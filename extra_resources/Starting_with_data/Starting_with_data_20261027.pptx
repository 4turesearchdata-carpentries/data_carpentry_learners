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89" r:id="rId2"/>
    <p:sldId id="590" r:id="rId3"/>
    <p:sldId id="376" r:id="rId4"/>
    <p:sldId id="614" r:id="rId5"/>
    <p:sldId id="620" r:id="rId6"/>
    <p:sldId id="615" r:id="rId7"/>
    <p:sldId id="617" r:id="rId8"/>
    <p:sldId id="616" r:id="rId9"/>
    <p:sldId id="624" r:id="rId10"/>
    <p:sldId id="632" r:id="rId11"/>
    <p:sldId id="633" r:id="rId1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e" id="{7DD08CC6-2B26-4483-98F3-3344F7813711}">
          <p14:sldIdLst>
            <p14:sldId id="289"/>
            <p14:sldId id="590"/>
            <p14:sldId id="376"/>
            <p14:sldId id="614"/>
            <p14:sldId id="620"/>
            <p14:sldId id="615"/>
            <p14:sldId id="617"/>
            <p14:sldId id="616"/>
            <p14:sldId id="624"/>
            <p14:sldId id="632"/>
            <p14:sldId id="63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D2FF"/>
    <a:srgbClr val="001158"/>
    <a:srgbClr val="E7E6E6"/>
    <a:srgbClr val="C9BEC0"/>
    <a:srgbClr val="9FB5B6"/>
    <a:srgbClr val="829B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F14CA1-66A0-6F4E-B34E-08D0813447E1}" v="46" dt="2026-10-26T20:19:28.1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75" autoAdjust="0"/>
  </p:normalViewPr>
  <p:slideViewPr>
    <p:cSldViewPr snapToGrid="0">
      <p:cViewPr varScale="1">
        <p:scale>
          <a:sx n="109" d="100"/>
          <a:sy n="109" d="100"/>
        </p:scale>
        <p:origin x="192" y="3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02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ohr, P. (Pascal)" userId="7e565277-c17c-4a28-94e4-8fb8988ce5b3" providerId="ADAL" clId="{FAC914ED-45E0-5340-9514-1DF4172DF137}"/>
    <pc:docChg chg="undo custSel addSld delSld modSld modSection">
      <pc:chgData name="Flohr, P. (Pascal)" userId="7e565277-c17c-4a28-94e4-8fb8988ce5b3" providerId="ADAL" clId="{FAC914ED-45E0-5340-9514-1DF4172DF137}" dt="2026-10-26T20:21:04.689" v="415" actId="1076"/>
      <pc:docMkLst>
        <pc:docMk/>
      </pc:docMkLst>
      <pc:sldChg chg="modSp mod">
        <pc:chgData name="Flohr, P. (Pascal)" userId="7e565277-c17c-4a28-94e4-8fb8988ce5b3" providerId="ADAL" clId="{FAC914ED-45E0-5340-9514-1DF4172DF137}" dt="2026-10-26T20:18:01.139" v="388" actId="20577"/>
        <pc:sldMkLst>
          <pc:docMk/>
          <pc:sldMk cId="1229502770" sldId="289"/>
        </pc:sldMkLst>
        <pc:spChg chg="mod">
          <ac:chgData name="Flohr, P. (Pascal)" userId="7e565277-c17c-4a28-94e4-8fb8988ce5b3" providerId="ADAL" clId="{FAC914ED-45E0-5340-9514-1DF4172DF137}" dt="2026-10-26T20:18:01.139" v="388" actId="20577"/>
          <ac:spMkLst>
            <pc:docMk/>
            <pc:sldMk cId="1229502770" sldId="289"/>
            <ac:spMk id="2" creationId="{7F6F43BB-C37F-B1AC-91C2-37B8B7D01B65}"/>
          </ac:spMkLst>
        </pc:spChg>
      </pc:sldChg>
      <pc:sldChg chg="modSp add mod">
        <pc:chgData name="Flohr, P. (Pascal)" userId="7e565277-c17c-4a28-94e4-8fb8988ce5b3" providerId="ADAL" clId="{FAC914ED-45E0-5340-9514-1DF4172DF137}" dt="2026-10-26T20:18:55.674" v="405" actId="1076"/>
        <pc:sldMkLst>
          <pc:docMk/>
          <pc:sldMk cId="4128342451" sldId="376"/>
        </pc:sldMkLst>
        <pc:spChg chg="mod">
          <ac:chgData name="Flohr, P. (Pascal)" userId="7e565277-c17c-4a28-94e4-8fb8988ce5b3" providerId="ADAL" clId="{FAC914ED-45E0-5340-9514-1DF4172DF137}" dt="2026-10-26T20:18:40.457" v="400" actId="1076"/>
          <ac:spMkLst>
            <pc:docMk/>
            <pc:sldMk cId="4128342451" sldId="376"/>
            <ac:spMk id="2" creationId="{3F8E47AE-3F6D-494D-B954-DC6C82F0FDB2}"/>
          </ac:spMkLst>
        </pc:spChg>
        <pc:spChg chg="mod">
          <ac:chgData name="Flohr, P. (Pascal)" userId="7e565277-c17c-4a28-94e4-8fb8988ce5b3" providerId="ADAL" clId="{FAC914ED-45E0-5340-9514-1DF4172DF137}" dt="2026-10-26T20:07:01.713" v="16" actId="1076"/>
          <ac:spMkLst>
            <pc:docMk/>
            <pc:sldMk cId="4128342451" sldId="376"/>
            <ac:spMk id="5" creationId="{562BA99A-451F-F34B-827F-6B3ADDCCD883}"/>
          </ac:spMkLst>
        </pc:spChg>
        <pc:spChg chg="mod">
          <ac:chgData name="Flohr, P. (Pascal)" userId="7e565277-c17c-4a28-94e4-8fb8988ce5b3" providerId="ADAL" clId="{FAC914ED-45E0-5340-9514-1DF4172DF137}" dt="2026-10-26T20:18:55.674" v="405" actId="1076"/>
          <ac:spMkLst>
            <pc:docMk/>
            <pc:sldMk cId="4128342451" sldId="376"/>
            <ac:spMk id="6" creationId="{5ED371B2-E6A7-6640-87D4-DD0E6A71D9EE}"/>
          </ac:spMkLst>
        </pc:spChg>
        <pc:spChg chg="mod">
          <ac:chgData name="Flohr, P. (Pascal)" userId="7e565277-c17c-4a28-94e4-8fb8988ce5b3" providerId="ADAL" clId="{FAC914ED-45E0-5340-9514-1DF4172DF137}" dt="2026-10-26T20:18:46.270" v="403" actId="255"/>
          <ac:spMkLst>
            <pc:docMk/>
            <pc:sldMk cId="4128342451" sldId="376"/>
            <ac:spMk id="7" creationId="{E3739840-5132-C748-8E95-C08984C825DB}"/>
          </ac:spMkLst>
        </pc:spChg>
        <pc:picChg chg="mod">
          <ac:chgData name="Flohr, P. (Pascal)" userId="7e565277-c17c-4a28-94e4-8fb8988ce5b3" providerId="ADAL" clId="{FAC914ED-45E0-5340-9514-1DF4172DF137}" dt="2026-10-26T20:18:41.640" v="401" actId="1076"/>
          <ac:picMkLst>
            <pc:docMk/>
            <pc:sldMk cId="4128342451" sldId="376"/>
            <ac:picMk id="4" creationId="{1B943CA2-AF7C-764B-89E4-3AF2AA7C5B5B}"/>
          </ac:picMkLst>
        </pc:picChg>
      </pc:sldChg>
      <pc:sldChg chg="modSp add mod">
        <pc:chgData name="Flohr, P. (Pascal)" userId="7e565277-c17c-4a28-94e4-8fb8988ce5b3" providerId="ADAL" clId="{FAC914ED-45E0-5340-9514-1DF4172DF137}" dt="2026-10-26T20:19:28.127" v="406" actId="1076"/>
        <pc:sldMkLst>
          <pc:docMk/>
          <pc:sldMk cId="869604032" sldId="590"/>
        </pc:sldMkLst>
        <pc:spChg chg="mod">
          <ac:chgData name="Flohr, P. (Pascal)" userId="7e565277-c17c-4a28-94e4-8fb8988ce5b3" providerId="ADAL" clId="{FAC914ED-45E0-5340-9514-1DF4172DF137}" dt="2026-10-26T20:18:10.344" v="392" actId="1036"/>
          <ac:spMkLst>
            <pc:docMk/>
            <pc:sldMk cId="869604032" sldId="590"/>
            <ac:spMk id="2" creationId="{5B5DA660-B848-8E40-8B24-A19F6C10962F}"/>
          </ac:spMkLst>
        </pc:spChg>
        <pc:picChg chg="mod">
          <ac:chgData name="Flohr, P. (Pascal)" userId="7e565277-c17c-4a28-94e4-8fb8988ce5b3" providerId="ADAL" clId="{FAC914ED-45E0-5340-9514-1DF4172DF137}" dt="2026-10-26T20:19:28.127" v="406" actId="1076"/>
          <ac:picMkLst>
            <pc:docMk/>
            <pc:sldMk cId="869604032" sldId="590"/>
            <ac:picMk id="2050" creationId="{AB8D9326-0CEE-BD44-9751-1D492780B621}"/>
          </ac:picMkLst>
        </pc:picChg>
        <pc:picChg chg="mod">
          <ac:chgData name="Flohr, P. (Pascal)" userId="7e565277-c17c-4a28-94e4-8fb8988ce5b3" providerId="ADAL" clId="{FAC914ED-45E0-5340-9514-1DF4172DF137}" dt="2026-10-26T20:06:26.126" v="11" actId="1076"/>
          <ac:picMkLst>
            <pc:docMk/>
            <pc:sldMk cId="869604032" sldId="590"/>
            <ac:picMk id="2054" creationId="{978FE3A0-64DB-024A-8B19-12E1D715345B}"/>
          </ac:picMkLst>
        </pc:picChg>
      </pc:sldChg>
      <pc:sldChg chg="modSp add mod">
        <pc:chgData name="Flohr, P. (Pascal)" userId="7e565277-c17c-4a28-94e4-8fb8988ce5b3" providerId="ADAL" clId="{FAC914ED-45E0-5340-9514-1DF4172DF137}" dt="2026-10-26T20:07:39.130" v="35" actId="1036"/>
        <pc:sldMkLst>
          <pc:docMk/>
          <pc:sldMk cId="3005816400" sldId="614"/>
        </pc:sldMkLst>
        <pc:spChg chg="mod">
          <ac:chgData name="Flohr, P. (Pascal)" userId="7e565277-c17c-4a28-94e4-8fb8988ce5b3" providerId="ADAL" clId="{FAC914ED-45E0-5340-9514-1DF4172DF137}" dt="2026-10-26T20:07:11.795" v="18" actId="207"/>
          <ac:spMkLst>
            <pc:docMk/>
            <pc:sldMk cId="3005816400" sldId="614"/>
            <ac:spMk id="5" creationId="{90416963-CF79-E94B-838F-82789EB10C15}"/>
          </ac:spMkLst>
        </pc:spChg>
        <pc:spChg chg="mod">
          <ac:chgData name="Flohr, P. (Pascal)" userId="7e565277-c17c-4a28-94e4-8fb8988ce5b3" providerId="ADAL" clId="{FAC914ED-45E0-5340-9514-1DF4172DF137}" dt="2026-10-26T20:07:39.130" v="35" actId="1036"/>
          <ac:spMkLst>
            <pc:docMk/>
            <pc:sldMk cId="3005816400" sldId="614"/>
            <ac:spMk id="10" creationId="{5DCE9E48-1C87-5E4C-83E2-D43497608745}"/>
          </ac:spMkLst>
        </pc:spChg>
        <pc:picChg chg="mod">
          <ac:chgData name="Flohr, P. (Pascal)" userId="7e565277-c17c-4a28-94e4-8fb8988ce5b3" providerId="ADAL" clId="{FAC914ED-45E0-5340-9514-1DF4172DF137}" dt="2026-10-26T20:07:18.152" v="20" actId="14100"/>
          <ac:picMkLst>
            <pc:docMk/>
            <pc:sldMk cId="3005816400" sldId="614"/>
            <ac:picMk id="9" creationId="{A52435A4-06D6-A045-BFA4-AA0864AA9067}"/>
          </ac:picMkLst>
        </pc:picChg>
      </pc:sldChg>
      <pc:sldChg chg="modSp add mod">
        <pc:chgData name="Flohr, P. (Pascal)" userId="7e565277-c17c-4a28-94e4-8fb8988ce5b3" providerId="ADAL" clId="{FAC914ED-45E0-5340-9514-1DF4172DF137}" dt="2026-10-26T20:20:26.929" v="408" actId="113"/>
        <pc:sldMkLst>
          <pc:docMk/>
          <pc:sldMk cId="1371707987" sldId="615"/>
        </pc:sldMkLst>
        <pc:spChg chg="mod">
          <ac:chgData name="Flohr, P. (Pascal)" userId="7e565277-c17c-4a28-94e4-8fb8988ce5b3" providerId="ADAL" clId="{FAC914ED-45E0-5340-9514-1DF4172DF137}" dt="2026-10-26T20:20:26.929" v="408" actId="113"/>
          <ac:spMkLst>
            <pc:docMk/>
            <pc:sldMk cId="1371707987" sldId="615"/>
            <ac:spMk id="4" creationId="{CEE1A76E-F8B4-8647-8E70-08017A4A63AB}"/>
          </ac:spMkLst>
        </pc:spChg>
        <pc:picChg chg="mod">
          <ac:chgData name="Flohr, P. (Pascal)" userId="7e565277-c17c-4a28-94e4-8fb8988ce5b3" providerId="ADAL" clId="{FAC914ED-45E0-5340-9514-1DF4172DF137}" dt="2026-10-26T20:08:11.327" v="39" actId="1076"/>
          <ac:picMkLst>
            <pc:docMk/>
            <pc:sldMk cId="1371707987" sldId="615"/>
            <ac:picMk id="3" creationId="{11EEB020-1E3F-224C-A774-7CB390AF6AD8}"/>
          </ac:picMkLst>
        </pc:picChg>
      </pc:sldChg>
      <pc:sldChg chg="modSp add mod">
        <pc:chgData name="Flohr, P. (Pascal)" userId="7e565277-c17c-4a28-94e4-8fb8988ce5b3" providerId="ADAL" clId="{FAC914ED-45E0-5340-9514-1DF4172DF137}" dt="2026-10-26T20:21:04.689" v="415" actId="1076"/>
        <pc:sldMkLst>
          <pc:docMk/>
          <pc:sldMk cId="3288157958" sldId="616"/>
        </pc:sldMkLst>
        <pc:spChg chg="mod">
          <ac:chgData name="Flohr, P. (Pascal)" userId="7e565277-c17c-4a28-94e4-8fb8988ce5b3" providerId="ADAL" clId="{FAC914ED-45E0-5340-9514-1DF4172DF137}" dt="2026-10-26T20:20:57.459" v="412" actId="113"/>
          <ac:spMkLst>
            <pc:docMk/>
            <pc:sldMk cId="3288157958" sldId="616"/>
            <ac:spMk id="4" creationId="{CEE1A76E-F8B4-8647-8E70-08017A4A63AB}"/>
          </ac:spMkLst>
        </pc:spChg>
        <pc:picChg chg="mod">
          <ac:chgData name="Flohr, P. (Pascal)" userId="7e565277-c17c-4a28-94e4-8fb8988ce5b3" providerId="ADAL" clId="{FAC914ED-45E0-5340-9514-1DF4172DF137}" dt="2026-10-26T20:21:04.689" v="415" actId="1076"/>
          <ac:picMkLst>
            <pc:docMk/>
            <pc:sldMk cId="3288157958" sldId="616"/>
            <ac:picMk id="5" creationId="{2521772C-6D92-4446-B4FE-3DF3BF013230}"/>
          </ac:picMkLst>
        </pc:picChg>
      </pc:sldChg>
      <pc:sldChg chg="modSp add mod">
        <pc:chgData name="Flohr, P. (Pascal)" userId="7e565277-c17c-4a28-94e4-8fb8988ce5b3" providerId="ADAL" clId="{FAC914ED-45E0-5340-9514-1DF4172DF137}" dt="2026-10-26T20:20:42.640" v="411" actId="1076"/>
        <pc:sldMkLst>
          <pc:docMk/>
          <pc:sldMk cId="3458712634" sldId="617"/>
        </pc:sldMkLst>
        <pc:spChg chg="mod">
          <ac:chgData name="Flohr, P. (Pascal)" userId="7e565277-c17c-4a28-94e4-8fb8988ce5b3" providerId="ADAL" clId="{FAC914ED-45E0-5340-9514-1DF4172DF137}" dt="2026-10-26T20:20:38.091" v="409" actId="1076"/>
          <ac:spMkLst>
            <pc:docMk/>
            <pc:sldMk cId="3458712634" sldId="617"/>
            <ac:spMk id="4" creationId="{CEE1A76E-F8B4-8647-8E70-08017A4A63AB}"/>
          </ac:spMkLst>
        </pc:spChg>
        <pc:picChg chg="mod">
          <ac:chgData name="Flohr, P. (Pascal)" userId="7e565277-c17c-4a28-94e4-8fb8988ce5b3" providerId="ADAL" clId="{FAC914ED-45E0-5340-9514-1DF4172DF137}" dt="2026-10-26T20:20:42.640" v="411" actId="1076"/>
          <ac:picMkLst>
            <pc:docMk/>
            <pc:sldMk cId="3458712634" sldId="617"/>
            <ac:picMk id="3" creationId="{92CFD080-586D-FC46-9F3B-4F123FBE7CBC}"/>
          </ac:picMkLst>
        </pc:picChg>
      </pc:sldChg>
      <pc:sldChg chg="add">
        <pc:chgData name="Flohr, P. (Pascal)" userId="7e565277-c17c-4a28-94e4-8fb8988ce5b3" providerId="ADAL" clId="{FAC914ED-45E0-5340-9514-1DF4172DF137}" dt="2026-10-26T20:05:39.770" v="0"/>
        <pc:sldMkLst>
          <pc:docMk/>
          <pc:sldMk cId="58803513" sldId="620"/>
        </pc:sldMkLst>
      </pc:sldChg>
      <pc:sldChg chg="modSp add del mod">
        <pc:chgData name="Flohr, P. (Pascal)" userId="7e565277-c17c-4a28-94e4-8fb8988ce5b3" providerId="ADAL" clId="{FAC914ED-45E0-5340-9514-1DF4172DF137}" dt="2026-10-26T20:17:28.883" v="384" actId="2696"/>
        <pc:sldMkLst>
          <pc:docMk/>
          <pc:sldMk cId="1794691731" sldId="622"/>
        </pc:sldMkLst>
        <pc:spChg chg="mod">
          <ac:chgData name="Flohr, P. (Pascal)" userId="7e565277-c17c-4a28-94e4-8fb8988ce5b3" providerId="ADAL" clId="{FAC914ED-45E0-5340-9514-1DF4172DF137}" dt="2026-10-26T20:13:27.315" v="71" actId="20577"/>
          <ac:spMkLst>
            <pc:docMk/>
            <pc:sldMk cId="1794691731" sldId="622"/>
            <ac:spMk id="5" creationId="{43299EC6-F04D-624E-89C1-9D253C927692}"/>
          </ac:spMkLst>
        </pc:spChg>
        <pc:spChg chg="mod">
          <ac:chgData name="Flohr, P. (Pascal)" userId="7e565277-c17c-4a28-94e4-8fb8988ce5b3" providerId="ADAL" clId="{FAC914ED-45E0-5340-9514-1DF4172DF137}" dt="2026-10-26T20:12:32.074" v="68" actId="14100"/>
          <ac:spMkLst>
            <pc:docMk/>
            <pc:sldMk cId="1794691731" sldId="622"/>
            <ac:spMk id="6" creationId="{9F4C5B3C-B117-104E-A020-ECDCB313AC99}"/>
          </ac:spMkLst>
        </pc:spChg>
      </pc:sldChg>
      <pc:sldChg chg="modSp add mod">
        <pc:chgData name="Flohr, P. (Pascal)" userId="7e565277-c17c-4a28-94e4-8fb8988ce5b3" providerId="ADAL" clId="{FAC914ED-45E0-5340-9514-1DF4172DF137}" dt="2026-10-26T20:09:21.636" v="53" actId="20577"/>
        <pc:sldMkLst>
          <pc:docMk/>
          <pc:sldMk cId="1241210221" sldId="624"/>
        </pc:sldMkLst>
        <pc:spChg chg="mod">
          <ac:chgData name="Flohr, P. (Pascal)" userId="7e565277-c17c-4a28-94e4-8fb8988ce5b3" providerId="ADAL" clId="{FAC914ED-45E0-5340-9514-1DF4172DF137}" dt="2026-10-26T20:09:21.636" v="53" actId="20577"/>
          <ac:spMkLst>
            <pc:docMk/>
            <pc:sldMk cId="1241210221" sldId="624"/>
            <ac:spMk id="4" creationId="{21A9811D-5840-D149-8271-3EC89DA85B89}"/>
          </ac:spMkLst>
        </pc:spChg>
        <pc:spChg chg="mod">
          <ac:chgData name="Flohr, P. (Pascal)" userId="7e565277-c17c-4a28-94e4-8fb8988ce5b3" providerId="ADAL" clId="{FAC914ED-45E0-5340-9514-1DF4172DF137}" dt="2026-10-26T20:08:57.684" v="47" actId="207"/>
          <ac:spMkLst>
            <pc:docMk/>
            <pc:sldMk cId="1241210221" sldId="624"/>
            <ac:spMk id="5" creationId="{43299EC6-F04D-624E-89C1-9D253C927692}"/>
          </ac:spMkLst>
        </pc:spChg>
      </pc:sldChg>
      <pc:sldChg chg="modSp add mod">
        <pc:chgData name="Flohr, P. (Pascal)" userId="7e565277-c17c-4a28-94e4-8fb8988ce5b3" providerId="ADAL" clId="{FAC914ED-45E0-5340-9514-1DF4172DF137}" dt="2026-10-26T20:12:05.820" v="62" actId="20577"/>
        <pc:sldMkLst>
          <pc:docMk/>
          <pc:sldMk cId="2538807855" sldId="632"/>
        </pc:sldMkLst>
        <pc:spChg chg="mod">
          <ac:chgData name="Flohr, P. (Pascal)" userId="7e565277-c17c-4a28-94e4-8fb8988ce5b3" providerId="ADAL" clId="{FAC914ED-45E0-5340-9514-1DF4172DF137}" dt="2026-10-26T20:12:05.820" v="62" actId="20577"/>
          <ac:spMkLst>
            <pc:docMk/>
            <pc:sldMk cId="2538807855" sldId="632"/>
            <ac:spMk id="4" creationId="{21A9811D-5840-D149-8271-3EC89DA85B89}"/>
          </ac:spMkLst>
        </pc:spChg>
        <pc:spChg chg="mod">
          <ac:chgData name="Flohr, P. (Pascal)" userId="7e565277-c17c-4a28-94e4-8fb8988ce5b3" providerId="ADAL" clId="{FAC914ED-45E0-5340-9514-1DF4172DF137}" dt="2026-10-26T20:10:42.534" v="54" actId="207"/>
          <ac:spMkLst>
            <pc:docMk/>
            <pc:sldMk cId="2538807855" sldId="632"/>
            <ac:spMk id="5" creationId="{43299EC6-F04D-624E-89C1-9D253C927692}"/>
          </ac:spMkLst>
        </pc:spChg>
      </pc:sldChg>
      <pc:sldChg chg="modSp add mod">
        <pc:chgData name="Flohr, P. (Pascal)" userId="7e565277-c17c-4a28-94e4-8fb8988ce5b3" providerId="ADAL" clId="{FAC914ED-45E0-5340-9514-1DF4172DF137}" dt="2026-10-26T20:17:15.116" v="383" actId="20577"/>
        <pc:sldMkLst>
          <pc:docMk/>
          <pc:sldMk cId="103622660" sldId="633"/>
        </pc:sldMkLst>
        <pc:spChg chg="mod">
          <ac:chgData name="Flohr, P. (Pascal)" userId="7e565277-c17c-4a28-94e4-8fb8988ce5b3" providerId="ADAL" clId="{FAC914ED-45E0-5340-9514-1DF4172DF137}" dt="2026-10-26T20:17:15.116" v="383" actId="20577"/>
          <ac:spMkLst>
            <pc:docMk/>
            <pc:sldMk cId="103622660" sldId="633"/>
            <ac:spMk id="6" creationId="{FBE400C9-7CFB-1BA2-96EF-F4AD00DA4D6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76CE9F8C-1656-D528-4D96-E70E00ECD7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2C6A97C3-BF6A-BA94-B29D-F8BFE3D284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D92433-EB11-45DD-98F3-37F08CB289C0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1D7915D-0664-11B9-C5B5-B8D689556F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8253C22-14D2-321E-0F1C-1677015106B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0CC976-6A8E-424E-A1B7-0A1033B57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98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erriweather" pitchFamily="2" charset="77"/>
              </a:defRPr>
            </a:lvl1pPr>
          </a:lstStyle>
          <a:p>
            <a:fld id="{74339EEE-E176-7947-8E00-F01126ED10E4}" type="datetimeFigureOut">
              <a:rPr lang="nl-NL" smtClean="0"/>
              <a:pPr/>
              <a:t>26-10-2026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erriweather" pitchFamily="2" charset="77"/>
              </a:defRPr>
            </a:lvl1pPr>
          </a:lstStyle>
          <a:p>
            <a:fld id="{637B80C8-3308-6C4F-B1C5-C23743646DBC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52253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F31604B2-FCAD-0B4C-8282-96238403F2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E00BC34-4A6F-174E-906A-0CFECA3A904B}" type="slidenum">
              <a:rPr lang="en-US" altLang="nl-NL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nl-NL">
              <a:latin typeface="Arial" panose="020B060402020202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84268917-6A75-CF41-A861-8843DAA7E9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0B2C118B-D594-4E48-BE91-59F8FE4169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nl-NL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9828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https://r4ds.had.co.nz/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ECD43-08E5-4945-BC4F-4857758E978F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79411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F31604B2-FCAD-0B4C-8282-96238403F2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E00BC34-4A6F-174E-906A-0CFECA3A904B}" type="slidenum">
              <a:rPr lang="en-US" altLang="nl-NL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US" altLang="nl-NL">
              <a:latin typeface="Arial" panose="020B060402020202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84268917-6A75-CF41-A861-8843DAA7E9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0B2C118B-D594-4E48-BE91-59F8FE4169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nl-NL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1360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F31604B2-FCAD-0B4C-8282-96238403F2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E00BC34-4A6F-174E-906A-0CFECA3A904B}" type="slidenum">
              <a:rPr lang="en-US" altLang="nl-NL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5</a:t>
            </a:fld>
            <a:endParaRPr lang="en-US" altLang="nl-NL">
              <a:latin typeface="Arial" panose="020B060402020202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84268917-6A75-CF41-A861-8843DAA7E9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0B2C118B-D594-4E48-BE91-59F8FE4169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nl-NL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8908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F31604B2-FCAD-0B4C-8282-96238403F2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E00BC34-4A6F-174E-906A-0CFECA3A904B}" type="slidenum">
              <a:rPr lang="en-US" altLang="nl-NL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6</a:t>
            </a:fld>
            <a:endParaRPr lang="en-US" altLang="nl-NL">
              <a:latin typeface="Arial" panose="020B060402020202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84268917-6A75-CF41-A861-8843DAA7E9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0B2C118B-D594-4E48-BE91-59F8FE4169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nl-NL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886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F31604B2-FCAD-0B4C-8282-96238403F2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E00BC34-4A6F-174E-906A-0CFECA3A904B}" type="slidenum">
              <a:rPr lang="en-US" altLang="nl-NL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7</a:t>
            </a:fld>
            <a:endParaRPr lang="en-US" altLang="nl-NL">
              <a:latin typeface="Arial" panose="020B060402020202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84268917-6A75-CF41-A861-8843DAA7E9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0B2C118B-D594-4E48-BE91-59F8FE4169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nl-NL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063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F31604B2-FCAD-0B4C-8282-96238403F2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E00BC34-4A6F-174E-906A-0CFECA3A904B}" type="slidenum">
              <a:rPr lang="en-US" altLang="nl-NL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</a:t>
            </a:fld>
            <a:endParaRPr lang="en-US" altLang="nl-NL">
              <a:latin typeface="Arial" panose="020B060402020202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84268917-6A75-CF41-A861-8843DAA7E9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0B2C118B-D594-4E48-BE91-59F8FE4169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nl-NL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4177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F31604B2-FCAD-0B4C-8282-96238403F2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E00BC34-4A6F-174E-906A-0CFECA3A904B}" type="slidenum">
              <a:rPr lang="en-US" altLang="nl-NL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9</a:t>
            </a:fld>
            <a:endParaRPr lang="en-US" altLang="nl-NL">
              <a:latin typeface="Arial" panose="020B060402020202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84268917-6A75-CF41-A861-8843DAA7E9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0B2C118B-D594-4E48-BE91-59F8FE4169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nl-NL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5415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F31604B2-FCAD-0B4C-8282-96238403F2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E00BC34-4A6F-174E-906A-0CFECA3A904B}" type="slidenum">
              <a:rPr lang="en-US" altLang="nl-NL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10</a:t>
            </a:fld>
            <a:endParaRPr lang="en-US" altLang="nl-NL">
              <a:latin typeface="Arial" panose="020B060402020202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84268917-6A75-CF41-A861-8843DAA7E9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0B2C118B-D594-4E48-BE91-59F8FE4169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nl-NL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0010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32032-1A39-9916-480D-7C61E0FDF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77355FBE-480E-E661-2D36-074336D3F1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E00BC34-4A6F-174E-906A-0CFECA3A904B}" type="slidenum">
              <a:rPr lang="en-US" altLang="nl-NL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</a:t>
            </a:fld>
            <a:endParaRPr lang="en-US" altLang="nl-NL">
              <a:latin typeface="Arial" panose="020B0604020202020204" pitchFamily="34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D48C07BB-52E3-A7BC-C413-E28A56D58A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7FC15D66-CE03-0E84-1931-008A514EE9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nl-NL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963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Zegelringen" descr="Afbeelding met cirkel, schermopname, astronomie, spiraal&#10;&#10;Door AI gegenereerde inhoud is mogelijk onjuist.">
            <a:extLst>
              <a:ext uri="{FF2B5EF4-FFF2-40B4-BE49-F238E27FC236}">
                <a16:creationId xmlns:a16="http://schemas.microsoft.com/office/drawing/2014/main" id="{A7C30CD9-56A2-3061-334C-CC08D2F4C83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709265" cy="6858000"/>
          </a:xfrm>
          <a:prstGeom prst="rect">
            <a:avLst/>
          </a:prstGeom>
        </p:spPr>
      </p:pic>
      <p:pic>
        <p:nvPicPr>
          <p:cNvPr id="27" name="Druppel met logo">
            <a:extLst>
              <a:ext uri="{FF2B5EF4-FFF2-40B4-BE49-F238E27FC236}">
                <a16:creationId xmlns:a16="http://schemas.microsoft.com/office/drawing/2014/main" id="{E0CC0575-4598-F485-8168-644E1078CAE1}"/>
              </a:ext>
            </a:extLst>
          </p:cNvPr>
          <p:cNvPicPr>
            <a:picLocks/>
          </p:cNvPicPr>
          <p:nvPr userDrawn="1"/>
        </p:nvPicPr>
        <p:blipFill>
          <a:blip r:embed="rId4"/>
          <a:srcRect/>
          <a:stretch/>
        </p:blipFill>
        <p:spPr>
          <a:xfrm>
            <a:off x="0" y="4933055"/>
            <a:ext cx="4252236" cy="1924945"/>
          </a:xfrm>
          <a:prstGeom prst="rect">
            <a:avLst/>
          </a:prstGeom>
        </p:spPr>
      </p:pic>
      <p:sp>
        <p:nvSpPr>
          <p:cNvPr id="28" name="Instructie">
            <a:extLst>
              <a:ext uri="{FF2B5EF4-FFF2-40B4-BE49-F238E27FC236}">
                <a16:creationId xmlns:a16="http://schemas.microsoft.com/office/drawing/2014/main" id="{765CD649-A938-4483-40C4-3EA138452144}"/>
              </a:ext>
            </a:extLst>
          </p:cNvPr>
          <p:cNvSpPr txBox="1">
            <a:spLocks/>
          </p:cNvSpPr>
          <p:nvPr userDrawn="1"/>
        </p:nvSpPr>
        <p:spPr>
          <a:xfrm>
            <a:off x="0" y="-428288"/>
            <a:ext cx="12192000" cy="36642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/>
        </p:spPr>
        <p:txBody>
          <a:bodyPr wrap="square" lIns="216000" tIns="72000" rIns="216000" bIns="108000" rtlCol="0">
            <a:spAutoFit/>
          </a:bodyPr>
          <a:lstStyle>
            <a:defPPr>
              <a:defRPr lang="nl-NL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/>
            </a:lvl1pPr>
          </a:lstStyle>
          <a:p>
            <a:pPr lvl="0"/>
            <a:r>
              <a:rPr lang="nl-NL" dirty="0"/>
              <a:t>Achtergrondafbeelding plaatsen of veranderen? Druk met de rechtermuisknop op de dia en kies Achtergrond opmaken...  &gt; Opvulling met afbeelding of </a:t>
            </a:r>
            <a:r>
              <a:rPr lang="nl-NL" dirty="0" err="1"/>
              <a:t>bitmappatroon</a:t>
            </a:r>
            <a:r>
              <a:rPr lang="nl-NL" dirty="0"/>
              <a:t>.</a:t>
            </a:r>
            <a:endParaRPr lang="en-US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9083B8E7-1D38-9C47-013C-F4992CD53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4991" y="978312"/>
            <a:ext cx="4066784" cy="3286799"/>
          </a:xfrm>
          <a:solidFill>
            <a:srgbClr val="001158"/>
          </a:solidFill>
        </p:spPr>
        <p:txBody>
          <a:bodyPr lIns="432000" rIns="360000" anchor="ctr" anchorCtr="0">
            <a:noAutofit/>
          </a:bodyPr>
          <a:lstStyle>
            <a:lvl1pPr algn="l">
              <a:defRPr sz="3200" b="1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6" name="Ondertitel 2">
            <a:extLst>
              <a:ext uri="{FF2B5EF4-FFF2-40B4-BE49-F238E27FC236}">
                <a16:creationId xmlns:a16="http://schemas.microsoft.com/office/drawing/2014/main" id="{62633FD3-2632-D253-14D8-2DB594162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97035" y="3429000"/>
            <a:ext cx="3369628" cy="75702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nl-NL" sz="22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68193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 descr="Afbeelding met cirkel&#10;&#10;Door AI gegenereerde inhoud is mogelijk onjuist.">
            <a:extLst>
              <a:ext uri="{FF2B5EF4-FFF2-40B4-BE49-F238E27FC236}">
                <a16:creationId xmlns:a16="http://schemas.microsoft.com/office/drawing/2014/main" id="{05C80E11-D513-E966-CBC3-98D7A8C5E29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079"/>
            <a:ext cx="10087784" cy="685800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C688360-AAFE-B0D3-DBB4-B0CFBDFA6C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7214991" y="978312"/>
            <a:ext cx="4066784" cy="3286799"/>
          </a:xfrm>
          <a:solidFill>
            <a:srgbClr val="001158"/>
          </a:solidFill>
        </p:spPr>
        <p:txBody>
          <a:bodyPr lIns="432000" rIns="360000" anchor="ctr" anchorCtr="0">
            <a:noAutofit/>
          </a:bodyPr>
          <a:lstStyle>
            <a:lvl1pPr algn="l">
              <a:defRPr sz="3200" b="1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97035" y="3429000"/>
            <a:ext cx="3369628" cy="75702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nl-NL" sz="22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endParaRPr lang="nl-NL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01E5F8AE-87B9-9092-E060-12A28E0B2C9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rcRect/>
          <a:stretch/>
        </p:blipFill>
        <p:spPr>
          <a:xfrm>
            <a:off x="0" y="4933055"/>
            <a:ext cx="4252236" cy="1924945"/>
          </a:xfrm>
          <a:prstGeom prst="rect">
            <a:avLst/>
          </a:prstGeom>
        </p:spPr>
      </p:pic>
      <p:sp>
        <p:nvSpPr>
          <p:cNvPr id="12" name="Instructie">
            <a:extLst>
              <a:ext uri="{FF2B5EF4-FFF2-40B4-BE49-F238E27FC236}">
                <a16:creationId xmlns:a16="http://schemas.microsoft.com/office/drawing/2014/main" id="{4AD96448-DA16-1379-2621-87486DF1B08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409238"/>
            <a:ext cx="12192000" cy="36642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/>
        </p:spPr>
        <p:txBody>
          <a:bodyPr wrap="square" lIns="216000" tIns="72000" rIns="216000" bIns="108000" rtlCol="0">
            <a:spAutoFit/>
          </a:bodyPr>
          <a:lstStyle>
            <a:defPPr>
              <a:defRPr lang="nl-NL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/>
            </a:lvl1pPr>
          </a:lstStyle>
          <a:p>
            <a:pPr lvl="0"/>
            <a:r>
              <a:rPr lang="nl-NL" dirty="0"/>
              <a:t>Achtergrondafbeelding plaatsen of veranderen? Druk met de rechtermuisknop op de dia en kies Achtergrond opmaken...  &gt; Opvulling met afbeelding of </a:t>
            </a:r>
            <a:r>
              <a:rPr lang="nl-NL" dirty="0" err="1"/>
              <a:t>bitmappatroon</a:t>
            </a:r>
            <a:r>
              <a:rPr lang="nl-NL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651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3">
    <p:bg>
      <p:bgPr>
        <a:solidFill>
          <a:srgbClr val="001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dertitel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0415" y="4141700"/>
            <a:ext cx="6712642" cy="75702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nl-NL" sz="22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endParaRPr lang="nl-NL" dirty="0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CC688360-AAFE-B0D3-DBB4-B0CFBDFA6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8913" y="1476456"/>
            <a:ext cx="9435647" cy="2334682"/>
          </a:xfrm>
          <a:solidFill>
            <a:srgbClr val="001158">
              <a:alpha val="0"/>
            </a:srgbClr>
          </a:solidFill>
        </p:spPr>
        <p:txBody>
          <a:bodyPr lIns="432000" rIns="360000" anchor="ctr" anchorCtr="0">
            <a:noAutofit/>
          </a:bodyPr>
          <a:lstStyle>
            <a:lvl1pPr algn="ctr">
              <a:defRPr sz="4000" b="1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pic>
        <p:nvPicPr>
          <p:cNvPr id="6" name="Druppel met logo">
            <a:extLst>
              <a:ext uri="{FF2B5EF4-FFF2-40B4-BE49-F238E27FC236}">
                <a16:creationId xmlns:a16="http://schemas.microsoft.com/office/drawing/2014/main" id="{8C0203C1-B82B-E452-14BF-ABA928B0057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4933055"/>
            <a:ext cx="4252236" cy="192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990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- 06">
    <p:bg>
      <p:bgPr>
        <a:solidFill>
          <a:srgbClr val="BCD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 descr="Afbeelding met cirkel, schermopname, astronomie, spiraal&#10;&#10;Door AI gegenereerde inhoud is mogelijk onjuist.">
            <a:extLst>
              <a:ext uri="{FF2B5EF4-FFF2-40B4-BE49-F238E27FC236}">
                <a16:creationId xmlns:a16="http://schemas.microsoft.com/office/drawing/2014/main" id="{2908ACFD-AF81-A056-8BE0-22218539558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709265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C688360-AAFE-B0D3-DBB4-B0CFBDFA6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0490" y="1003111"/>
            <a:ext cx="6571397" cy="3108278"/>
          </a:xfrm>
          <a:solidFill>
            <a:srgbClr val="001158"/>
          </a:solidFill>
        </p:spPr>
        <p:txBody>
          <a:bodyPr lIns="432000" rIns="360000" anchor="ctr" anchorCtr="0">
            <a:noAutofit/>
          </a:bodyPr>
          <a:lstStyle>
            <a:lvl1pPr algn="l">
              <a:defRPr sz="4000" b="1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7909" y="3354369"/>
            <a:ext cx="6712642" cy="75702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nl-NL" sz="22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endParaRPr lang="nl-NL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A881EBF3-16AC-659B-8CC5-1FC02065C92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rcRect/>
          <a:stretch/>
        </p:blipFill>
        <p:spPr>
          <a:xfrm>
            <a:off x="0" y="4933055"/>
            <a:ext cx="4252236" cy="192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269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- 0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688360-AAFE-B0D3-DBB4-B0CFBDFA6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4991" y="978312"/>
            <a:ext cx="4066784" cy="3286799"/>
          </a:xfrm>
          <a:solidFill>
            <a:schemeClr val="bg1"/>
          </a:solidFill>
        </p:spPr>
        <p:txBody>
          <a:bodyPr lIns="432000" rIns="360000" anchor="ctr" anchorCtr="0">
            <a:noAutofit/>
          </a:bodyPr>
          <a:lstStyle>
            <a:lvl1pPr algn="l">
              <a:defRPr sz="4000" b="1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97035" y="3429000"/>
            <a:ext cx="3369628" cy="757020"/>
          </a:xfrm>
        </p:spPr>
        <p:txBody>
          <a:bodyPr>
            <a:normAutofit/>
          </a:bodyPr>
          <a:lstStyle>
            <a:lvl1pPr marL="0" indent="0" algn="l">
              <a:buNone/>
              <a:defRPr sz="2200" b="0" i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nl-NL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D57582B8-F9AD-C163-1746-34C618EFF17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rcRect/>
          <a:stretch/>
        </p:blipFill>
        <p:spPr>
          <a:xfrm>
            <a:off x="0" y="4933055"/>
            <a:ext cx="4252236" cy="192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570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- 0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dertitel 2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472" y="2739443"/>
            <a:ext cx="4701338" cy="757020"/>
          </a:xfrm>
        </p:spPr>
        <p:txBody>
          <a:bodyPr>
            <a:normAutofit/>
          </a:bodyPr>
          <a:lstStyle>
            <a:lvl1pPr marL="0" indent="0" algn="l">
              <a:buNone/>
              <a:defRPr sz="2200" b="0" i="0">
                <a:solidFill>
                  <a:schemeClr val="bg1"/>
                </a:solidFill>
                <a:latin typeface="Vestula Pro" panose="020B0A03060302020204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nl-NL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A8C9CA60-5F2B-5C73-D5D1-AAE268CC8C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3472" y="368504"/>
            <a:ext cx="4701339" cy="2305077"/>
          </a:xfrm>
          <a:noFill/>
        </p:spPr>
        <p:txBody>
          <a:bodyPr lIns="72000" rIns="360000" anchor="b" anchorCtr="0">
            <a:noAutofit/>
          </a:bodyPr>
          <a:lstStyle>
            <a:lvl1pPr algn="l">
              <a:defRPr sz="4000" b="1" i="0">
                <a:solidFill>
                  <a:srgbClr val="BCD2FF"/>
                </a:solidFill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E5EB9261-83CA-EE7C-C957-7802C3E9CA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rcRect/>
          <a:stretch/>
        </p:blipFill>
        <p:spPr>
          <a:xfrm>
            <a:off x="0" y="4932000"/>
            <a:ext cx="4252236" cy="192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82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 - 11">
    <p:bg>
      <p:bgPr>
        <a:solidFill>
          <a:srgbClr val="001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30989C73-BE72-9B8E-748B-D539A67AC6F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1686"/>
            <a:ext cx="6096000" cy="6858000"/>
          </a:xfrm>
          <a:custGeom>
            <a:avLst/>
            <a:gdLst>
              <a:gd name="connsiteX0" fmla="*/ 441972 w 3648853"/>
              <a:gd name="connsiteY0" fmla="*/ 0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3183 w 3648853"/>
              <a:gd name="connsiteY7" fmla="*/ 0 h 6864136"/>
              <a:gd name="connsiteX8" fmla="*/ 3059596 w 3648853"/>
              <a:gd name="connsiteY8" fmla="*/ 6137 h 6864136"/>
              <a:gd name="connsiteX9" fmla="*/ 3210064 w 3648853"/>
              <a:gd name="connsiteY9" fmla="*/ 6864136 h 6864136"/>
              <a:gd name="connsiteX10" fmla="*/ 0 w 3648853"/>
              <a:gd name="connsiteY10" fmla="*/ 685800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71398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71398 w 3648853"/>
              <a:gd name="connsiteY12" fmla="*/ 0 h 6864136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87999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87999 w 3648853"/>
              <a:gd name="connsiteY12" fmla="*/ 6137 h 6857999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38904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38904 w 3648853"/>
              <a:gd name="connsiteY12" fmla="*/ 6137 h 6857999"/>
              <a:gd name="connsiteX0" fmla="*/ 346735 w 3209949"/>
              <a:gd name="connsiteY0" fmla="*/ 0 h 6857999"/>
              <a:gd name="connsiteX1" fmla="*/ 3059481 w 3209949"/>
              <a:gd name="connsiteY1" fmla="*/ 0 h 6857999"/>
              <a:gd name="connsiteX2" fmla="*/ 3209949 w 3209949"/>
              <a:gd name="connsiteY2" fmla="*/ 6857999 h 6857999"/>
              <a:gd name="connsiteX3" fmla="*/ 2779872 w 3209949"/>
              <a:gd name="connsiteY3" fmla="*/ 6857177 h 6857999"/>
              <a:gd name="connsiteX4" fmla="*/ 2613733 w 3209949"/>
              <a:gd name="connsiteY4" fmla="*/ 6579974 h 6857999"/>
              <a:gd name="connsiteX5" fmla="*/ 2629897 w 3209949"/>
              <a:gd name="connsiteY5" fmla="*/ 0 h 6857999"/>
              <a:gd name="connsiteX6" fmla="*/ 230134 w 3209949"/>
              <a:gd name="connsiteY6" fmla="*/ 7000 h 6857999"/>
              <a:gd name="connsiteX7" fmla="*/ 346735 w 3209949"/>
              <a:gd name="connsiteY7" fmla="*/ 0 h 6857999"/>
              <a:gd name="connsiteX8" fmla="*/ 0 w 3209949"/>
              <a:gd name="connsiteY8" fmla="*/ 6137 h 6857999"/>
              <a:gd name="connsiteX9" fmla="*/ 2620692 w 3209949"/>
              <a:gd name="connsiteY9" fmla="*/ 0 h 6857999"/>
              <a:gd name="connsiteX10" fmla="*/ 2771160 w 3209949"/>
              <a:gd name="connsiteY10" fmla="*/ 6857999 h 6857999"/>
              <a:gd name="connsiteX11" fmla="*/ 2954 w 3209949"/>
              <a:gd name="connsiteY11" fmla="*/ 6845726 h 6857999"/>
              <a:gd name="connsiteX12" fmla="*/ 0 w 3209949"/>
              <a:gd name="connsiteY12" fmla="*/ 6137 h 6857999"/>
              <a:gd name="connsiteX0" fmla="*/ 346735 w 3209949"/>
              <a:gd name="connsiteY0" fmla="*/ 0 h 6864137"/>
              <a:gd name="connsiteX1" fmla="*/ 3059481 w 3209949"/>
              <a:gd name="connsiteY1" fmla="*/ 0 h 6864137"/>
              <a:gd name="connsiteX2" fmla="*/ 3209949 w 3209949"/>
              <a:gd name="connsiteY2" fmla="*/ 6857999 h 6864137"/>
              <a:gd name="connsiteX3" fmla="*/ 2779872 w 3209949"/>
              <a:gd name="connsiteY3" fmla="*/ 6857177 h 6864137"/>
              <a:gd name="connsiteX4" fmla="*/ 2613733 w 3209949"/>
              <a:gd name="connsiteY4" fmla="*/ 6579974 h 6864137"/>
              <a:gd name="connsiteX5" fmla="*/ 2629897 w 3209949"/>
              <a:gd name="connsiteY5" fmla="*/ 0 h 6864137"/>
              <a:gd name="connsiteX6" fmla="*/ 230134 w 3209949"/>
              <a:gd name="connsiteY6" fmla="*/ 7000 h 6864137"/>
              <a:gd name="connsiteX7" fmla="*/ 346735 w 3209949"/>
              <a:gd name="connsiteY7" fmla="*/ 0 h 6864137"/>
              <a:gd name="connsiteX8" fmla="*/ 0 w 3209949"/>
              <a:gd name="connsiteY8" fmla="*/ 6137 h 6864137"/>
              <a:gd name="connsiteX9" fmla="*/ 2620692 w 3209949"/>
              <a:gd name="connsiteY9" fmla="*/ 0 h 6864137"/>
              <a:gd name="connsiteX10" fmla="*/ 2771160 w 3209949"/>
              <a:gd name="connsiteY10" fmla="*/ 6857999 h 6864137"/>
              <a:gd name="connsiteX11" fmla="*/ 2954 w 3209949"/>
              <a:gd name="connsiteY11" fmla="*/ 6864137 h 6864137"/>
              <a:gd name="connsiteX12" fmla="*/ 0 w 3209949"/>
              <a:gd name="connsiteY12" fmla="*/ 6137 h 6864137"/>
              <a:gd name="connsiteX0" fmla="*/ 3255632 w 6118846"/>
              <a:gd name="connsiteY0" fmla="*/ 0 h 6864137"/>
              <a:gd name="connsiteX1" fmla="*/ 5968378 w 6118846"/>
              <a:gd name="connsiteY1" fmla="*/ 0 h 6864137"/>
              <a:gd name="connsiteX2" fmla="*/ 6118846 w 6118846"/>
              <a:gd name="connsiteY2" fmla="*/ 6857999 h 6864137"/>
              <a:gd name="connsiteX3" fmla="*/ 5688769 w 6118846"/>
              <a:gd name="connsiteY3" fmla="*/ 6857177 h 6864137"/>
              <a:gd name="connsiteX4" fmla="*/ 5522630 w 6118846"/>
              <a:gd name="connsiteY4" fmla="*/ 6579974 h 6864137"/>
              <a:gd name="connsiteX5" fmla="*/ 5538794 w 6118846"/>
              <a:gd name="connsiteY5" fmla="*/ 0 h 6864137"/>
              <a:gd name="connsiteX6" fmla="*/ 3139031 w 6118846"/>
              <a:gd name="connsiteY6" fmla="*/ 7000 h 6864137"/>
              <a:gd name="connsiteX7" fmla="*/ 3255632 w 6118846"/>
              <a:gd name="connsiteY7" fmla="*/ 0 h 6864137"/>
              <a:gd name="connsiteX8" fmla="*/ 0 w 6118846"/>
              <a:gd name="connsiteY8" fmla="*/ 0 h 6864137"/>
              <a:gd name="connsiteX9" fmla="*/ 5529589 w 6118846"/>
              <a:gd name="connsiteY9" fmla="*/ 0 h 6864137"/>
              <a:gd name="connsiteX10" fmla="*/ 5680057 w 6118846"/>
              <a:gd name="connsiteY10" fmla="*/ 6857999 h 6864137"/>
              <a:gd name="connsiteX11" fmla="*/ 2911851 w 6118846"/>
              <a:gd name="connsiteY11" fmla="*/ 6864137 h 6864137"/>
              <a:gd name="connsiteX12" fmla="*/ 0 w 6118846"/>
              <a:gd name="connsiteY12" fmla="*/ 0 h 6864137"/>
              <a:gd name="connsiteX0" fmla="*/ 3255632 w 6118846"/>
              <a:gd name="connsiteY0" fmla="*/ 0 h 6870273"/>
              <a:gd name="connsiteX1" fmla="*/ 5968378 w 6118846"/>
              <a:gd name="connsiteY1" fmla="*/ 0 h 6870273"/>
              <a:gd name="connsiteX2" fmla="*/ 6118846 w 6118846"/>
              <a:gd name="connsiteY2" fmla="*/ 6857999 h 6870273"/>
              <a:gd name="connsiteX3" fmla="*/ 5688769 w 6118846"/>
              <a:gd name="connsiteY3" fmla="*/ 6857177 h 6870273"/>
              <a:gd name="connsiteX4" fmla="*/ 5522630 w 6118846"/>
              <a:gd name="connsiteY4" fmla="*/ 6579974 h 6870273"/>
              <a:gd name="connsiteX5" fmla="*/ 5538794 w 6118846"/>
              <a:gd name="connsiteY5" fmla="*/ 0 h 6870273"/>
              <a:gd name="connsiteX6" fmla="*/ 3139031 w 6118846"/>
              <a:gd name="connsiteY6" fmla="*/ 7000 h 6870273"/>
              <a:gd name="connsiteX7" fmla="*/ 3255632 w 6118846"/>
              <a:gd name="connsiteY7" fmla="*/ 0 h 6870273"/>
              <a:gd name="connsiteX8" fmla="*/ 0 w 6118846"/>
              <a:gd name="connsiteY8" fmla="*/ 0 h 6870273"/>
              <a:gd name="connsiteX9" fmla="*/ 5529589 w 6118846"/>
              <a:gd name="connsiteY9" fmla="*/ 0 h 6870273"/>
              <a:gd name="connsiteX10" fmla="*/ 5680057 w 6118846"/>
              <a:gd name="connsiteY10" fmla="*/ 6857999 h 6870273"/>
              <a:gd name="connsiteX11" fmla="*/ 21365 w 6118846"/>
              <a:gd name="connsiteY11" fmla="*/ 6870273 h 6870273"/>
              <a:gd name="connsiteX12" fmla="*/ 0 w 6118846"/>
              <a:gd name="connsiteY12" fmla="*/ 0 h 6870273"/>
              <a:gd name="connsiteX0" fmla="*/ 3452013 w 6118846"/>
              <a:gd name="connsiteY0" fmla="*/ 6137 h 6870273"/>
              <a:gd name="connsiteX1" fmla="*/ 5968378 w 6118846"/>
              <a:gd name="connsiteY1" fmla="*/ 0 h 6870273"/>
              <a:gd name="connsiteX2" fmla="*/ 6118846 w 6118846"/>
              <a:gd name="connsiteY2" fmla="*/ 6857999 h 6870273"/>
              <a:gd name="connsiteX3" fmla="*/ 5688769 w 6118846"/>
              <a:gd name="connsiteY3" fmla="*/ 6857177 h 6870273"/>
              <a:gd name="connsiteX4" fmla="*/ 5522630 w 6118846"/>
              <a:gd name="connsiteY4" fmla="*/ 6579974 h 6870273"/>
              <a:gd name="connsiteX5" fmla="*/ 5538794 w 6118846"/>
              <a:gd name="connsiteY5" fmla="*/ 0 h 6870273"/>
              <a:gd name="connsiteX6" fmla="*/ 3139031 w 6118846"/>
              <a:gd name="connsiteY6" fmla="*/ 7000 h 6870273"/>
              <a:gd name="connsiteX7" fmla="*/ 3452013 w 6118846"/>
              <a:gd name="connsiteY7" fmla="*/ 6137 h 6870273"/>
              <a:gd name="connsiteX8" fmla="*/ 0 w 6118846"/>
              <a:gd name="connsiteY8" fmla="*/ 0 h 6870273"/>
              <a:gd name="connsiteX9" fmla="*/ 5529589 w 6118846"/>
              <a:gd name="connsiteY9" fmla="*/ 0 h 6870273"/>
              <a:gd name="connsiteX10" fmla="*/ 5680057 w 6118846"/>
              <a:gd name="connsiteY10" fmla="*/ 6857999 h 6870273"/>
              <a:gd name="connsiteX11" fmla="*/ 21365 w 6118846"/>
              <a:gd name="connsiteY11" fmla="*/ 6870273 h 6870273"/>
              <a:gd name="connsiteX12" fmla="*/ 0 w 6118846"/>
              <a:gd name="connsiteY12" fmla="*/ 0 h 6870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18846" h="6870273">
                <a:moveTo>
                  <a:pt x="3452013" y="6137"/>
                </a:moveTo>
                <a:lnTo>
                  <a:pt x="5968378" y="0"/>
                </a:lnTo>
                <a:cubicBezTo>
                  <a:pt x="5275968" y="1144534"/>
                  <a:pt x="4252164" y="3884665"/>
                  <a:pt x="6118846" y="6857999"/>
                </a:cubicBezTo>
                <a:lnTo>
                  <a:pt x="5688769" y="6857177"/>
                </a:lnTo>
                <a:lnTo>
                  <a:pt x="5522630" y="6579974"/>
                </a:lnTo>
                <a:cubicBezTo>
                  <a:pt x="3886244" y="3714965"/>
                  <a:pt x="4868022" y="1108768"/>
                  <a:pt x="5538794" y="0"/>
                </a:cubicBezTo>
                <a:lnTo>
                  <a:pt x="3139031" y="7000"/>
                </a:lnTo>
                <a:cubicBezTo>
                  <a:pt x="3139031" y="6712"/>
                  <a:pt x="3452013" y="6425"/>
                  <a:pt x="3452013" y="6137"/>
                </a:cubicBezTo>
                <a:close/>
                <a:moveTo>
                  <a:pt x="0" y="0"/>
                </a:moveTo>
                <a:lnTo>
                  <a:pt x="5529589" y="0"/>
                </a:lnTo>
                <a:cubicBezTo>
                  <a:pt x="4837179" y="1144534"/>
                  <a:pt x="3813375" y="3884665"/>
                  <a:pt x="5680057" y="6857999"/>
                </a:cubicBezTo>
                <a:lnTo>
                  <a:pt x="21365" y="6870273"/>
                </a:lnTo>
                <a:cubicBezTo>
                  <a:pt x="20380" y="4590410"/>
                  <a:pt x="985" y="2279863"/>
                  <a:pt x="0" y="0"/>
                </a:cubicBezTo>
                <a:close/>
              </a:path>
            </a:pathLst>
          </a:custGeom>
          <a:solidFill>
            <a:srgbClr val="BCD2FF"/>
          </a:solidFill>
        </p:spPr>
        <p:txBody>
          <a:bodyPr wrap="square" lIns="0" tIns="2700000" rIns="0" bIns="0" anchor="t" anchorCtr="1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nl-NL" dirty="0"/>
              <a:t>Voeg eventueel</a:t>
            </a:r>
            <a:br>
              <a:rPr lang="nl-NL" dirty="0"/>
            </a:br>
            <a:r>
              <a:rPr lang="nl-NL" dirty="0"/>
              <a:t>afbeelding in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C688360-AAFE-B0D3-DBB4-B0CFBDFA6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0318" y="368504"/>
            <a:ext cx="5212800" cy="2305077"/>
          </a:xfrm>
          <a:noFill/>
        </p:spPr>
        <p:txBody>
          <a:bodyPr lIns="72000" rIns="360000" anchor="b" anchorCtr="0">
            <a:noAutofit/>
          </a:bodyPr>
          <a:lstStyle>
            <a:lvl1pPr algn="l">
              <a:defRPr sz="4000" b="1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0317" y="2739443"/>
            <a:ext cx="5212799" cy="75702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nl-NL" sz="22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59549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dia - 11">
    <p:bg>
      <p:bgPr>
        <a:solidFill>
          <a:srgbClr val="001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30989C73-BE72-9B8E-748B-D539A67AC6F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1686"/>
            <a:ext cx="6096000" cy="6858000"/>
          </a:xfrm>
          <a:custGeom>
            <a:avLst/>
            <a:gdLst>
              <a:gd name="connsiteX0" fmla="*/ 441972 w 3648853"/>
              <a:gd name="connsiteY0" fmla="*/ 0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3183 w 3648853"/>
              <a:gd name="connsiteY7" fmla="*/ 0 h 6864136"/>
              <a:gd name="connsiteX8" fmla="*/ 3059596 w 3648853"/>
              <a:gd name="connsiteY8" fmla="*/ 6137 h 6864136"/>
              <a:gd name="connsiteX9" fmla="*/ 3210064 w 3648853"/>
              <a:gd name="connsiteY9" fmla="*/ 6864136 h 6864136"/>
              <a:gd name="connsiteX10" fmla="*/ 0 w 3648853"/>
              <a:gd name="connsiteY10" fmla="*/ 685800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71398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71398 w 3648853"/>
              <a:gd name="connsiteY12" fmla="*/ 0 h 6864136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87999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87999 w 3648853"/>
              <a:gd name="connsiteY12" fmla="*/ 6137 h 6857999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38904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38904 w 3648853"/>
              <a:gd name="connsiteY12" fmla="*/ 6137 h 6857999"/>
              <a:gd name="connsiteX0" fmla="*/ 346735 w 3209949"/>
              <a:gd name="connsiteY0" fmla="*/ 0 h 6857999"/>
              <a:gd name="connsiteX1" fmla="*/ 3059481 w 3209949"/>
              <a:gd name="connsiteY1" fmla="*/ 0 h 6857999"/>
              <a:gd name="connsiteX2" fmla="*/ 3209949 w 3209949"/>
              <a:gd name="connsiteY2" fmla="*/ 6857999 h 6857999"/>
              <a:gd name="connsiteX3" fmla="*/ 2779872 w 3209949"/>
              <a:gd name="connsiteY3" fmla="*/ 6857177 h 6857999"/>
              <a:gd name="connsiteX4" fmla="*/ 2613733 w 3209949"/>
              <a:gd name="connsiteY4" fmla="*/ 6579974 h 6857999"/>
              <a:gd name="connsiteX5" fmla="*/ 2629897 w 3209949"/>
              <a:gd name="connsiteY5" fmla="*/ 0 h 6857999"/>
              <a:gd name="connsiteX6" fmla="*/ 230134 w 3209949"/>
              <a:gd name="connsiteY6" fmla="*/ 7000 h 6857999"/>
              <a:gd name="connsiteX7" fmla="*/ 346735 w 3209949"/>
              <a:gd name="connsiteY7" fmla="*/ 0 h 6857999"/>
              <a:gd name="connsiteX8" fmla="*/ 0 w 3209949"/>
              <a:gd name="connsiteY8" fmla="*/ 6137 h 6857999"/>
              <a:gd name="connsiteX9" fmla="*/ 2620692 w 3209949"/>
              <a:gd name="connsiteY9" fmla="*/ 0 h 6857999"/>
              <a:gd name="connsiteX10" fmla="*/ 2771160 w 3209949"/>
              <a:gd name="connsiteY10" fmla="*/ 6857999 h 6857999"/>
              <a:gd name="connsiteX11" fmla="*/ 2954 w 3209949"/>
              <a:gd name="connsiteY11" fmla="*/ 6845726 h 6857999"/>
              <a:gd name="connsiteX12" fmla="*/ 0 w 3209949"/>
              <a:gd name="connsiteY12" fmla="*/ 6137 h 6857999"/>
              <a:gd name="connsiteX0" fmla="*/ 346735 w 3209949"/>
              <a:gd name="connsiteY0" fmla="*/ 0 h 6864137"/>
              <a:gd name="connsiteX1" fmla="*/ 3059481 w 3209949"/>
              <a:gd name="connsiteY1" fmla="*/ 0 h 6864137"/>
              <a:gd name="connsiteX2" fmla="*/ 3209949 w 3209949"/>
              <a:gd name="connsiteY2" fmla="*/ 6857999 h 6864137"/>
              <a:gd name="connsiteX3" fmla="*/ 2779872 w 3209949"/>
              <a:gd name="connsiteY3" fmla="*/ 6857177 h 6864137"/>
              <a:gd name="connsiteX4" fmla="*/ 2613733 w 3209949"/>
              <a:gd name="connsiteY4" fmla="*/ 6579974 h 6864137"/>
              <a:gd name="connsiteX5" fmla="*/ 2629897 w 3209949"/>
              <a:gd name="connsiteY5" fmla="*/ 0 h 6864137"/>
              <a:gd name="connsiteX6" fmla="*/ 230134 w 3209949"/>
              <a:gd name="connsiteY6" fmla="*/ 7000 h 6864137"/>
              <a:gd name="connsiteX7" fmla="*/ 346735 w 3209949"/>
              <a:gd name="connsiteY7" fmla="*/ 0 h 6864137"/>
              <a:gd name="connsiteX8" fmla="*/ 0 w 3209949"/>
              <a:gd name="connsiteY8" fmla="*/ 6137 h 6864137"/>
              <a:gd name="connsiteX9" fmla="*/ 2620692 w 3209949"/>
              <a:gd name="connsiteY9" fmla="*/ 0 h 6864137"/>
              <a:gd name="connsiteX10" fmla="*/ 2771160 w 3209949"/>
              <a:gd name="connsiteY10" fmla="*/ 6857999 h 6864137"/>
              <a:gd name="connsiteX11" fmla="*/ 2954 w 3209949"/>
              <a:gd name="connsiteY11" fmla="*/ 6864137 h 6864137"/>
              <a:gd name="connsiteX12" fmla="*/ 0 w 3209949"/>
              <a:gd name="connsiteY12" fmla="*/ 6137 h 6864137"/>
              <a:gd name="connsiteX0" fmla="*/ 3255632 w 6118846"/>
              <a:gd name="connsiteY0" fmla="*/ 0 h 6864137"/>
              <a:gd name="connsiteX1" fmla="*/ 5968378 w 6118846"/>
              <a:gd name="connsiteY1" fmla="*/ 0 h 6864137"/>
              <a:gd name="connsiteX2" fmla="*/ 6118846 w 6118846"/>
              <a:gd name="connsiteY2" fmla="*/ 6857999 h 6864137"/>
              <a:gd name="connsiteX3" fmla="*/ 5688769 w 6118846"/>
              <a:gd name="connsiteY3" fmla="*/ 6857177 h 6864137"/>
              <a:gd name="connsiteX4" fmla="*/ 5522630 w 6118846"/>
              <a:gd name="connsiteY4" fmla="*/ 6579974 h 6864137"/>
              <a:gd name="connsiteX5" fmla="*/ 5538794 w 6118846"/>
              <a:gd name="connsiteY5" fmla="*/ 0 h 6864137"/>
              <a:gd name="connsiteX6" fmla="*/ 3139031 w 6118846"/>
              <a:gd name="connsiteY6" fmla="*/ 7000 h 6864137"/>
              <a:gd name="connsiteX7" fmla="*/ 3255632 w 6118846"/>
              <a:gd name="connsiteY7" fmla="*/ 0 h 6864137"/>
              <a:gd name="connsiteX8" fmla="*/ 0 w 6118846"/>
              <a:gd name="connsiteY8" fmla="*/ 0 h 6864137"/>
              <a:gd name="connsiteX9" fmla="*/ 5529589 w 6118846"/>
              <a:gd name="connsiteY9" fmla="*/ 0 h 6864137"/>
              <a:gd name="connsiteX10" fmla="*/ 5680057 w 6118846"/>
              <a:gd name="connsiteY10" fmla="*/ 6857999 h 6864137"/>
              <a:gd name="connsiteX11" fmla="*/ 2911851 w 6118846"/>
              <a:gd name="connsiteY11" fmla="*/ 6864137 h 6864137"/>
              <a:gd name="connsiteX12" fmla="*/ 0 w 6118846"/>
              <a:gd name="connsiteY12" fmla="*/ 0 h 6864137"/>
              <a:gd name="connsiteX0" fmla="*/ 3255632 w 6118846"/>
              <a:gd name="connsiteY0" fmla="*/ 0 h 6870273"/>
              <a:gd name="connsiteX1" fmla="*/ 5968378 w 6118846"/>
              <a:gd name="connsiteY1" fmla="*/ 0 h 6870273"/>
              <a:gd name="connsiteX2" fmla="*/ 6118846 w 6118846"/>
              <a:gd name="connsiteY2" fmla="*/ 6857999 h 6870273"/>
              <a:gd name="connsiteX3" fmla="*/ 5688769 w 6118846"/>
              <a:gd name="connsiteY3" fmla="*/ 6857177 h 6870273"/>
              <a:gd name="connsiteX4" fmla="*/ 5522630 w 6118846"/>
              <a:gd name="connsiteY4" fmla="*/ 6579974 h 6870273"/>
              <a:gd name="connsiteX5" fmla="*/ 5538794 w 6118846"/>
              <a:gd name="connsiteY5" fmla="*/ 0 h 6870273"/>
              <a:gd name="connsiteX6" fmla="*/ 3139031 w 6118846"/>
              <a:gd name="connsiteY6" fmla="*/ 7000 h 6870273"/>
              <a:gd name="connsiteX7" fmla="*/ 3255632 w 6118846"/>
              <a:gd name="connsiteY7" fmla="*/ 0 h 6870273"/>
              <a:gd name="connsiteX8" fmla="*/ 0 w 6118846"/>
              <a:gd name="connsiteY8" fmla="*/ 0 h 6870273"/>
              <a:gd name="connsiteX9" fmla="*/ 5529589 w 6118846"/>
              <a:gd name="connsiteY9" fmla="*/ 0 h 6870273"/>
              <a:gd name="connsiteX10" fmla="*/ 5680057 w 6118846"/>
              <a:gd name="connsiteY10" fmla="*/ 6857999 h 6870273"/>
              <a:gd name="connsiteX11" fmla="*/ 21365 w 6118846"/>
              <a:gd name="connsiteY11" fmla="*/ 6870273 h 6870273"/>
              <a:gd name="connsiteX12" fmla="*/ 0 w 6118846"/>
              <a:gd name="connsiteY12" fmla="*/ 0 h 6870273"/>
              <a:gd name="connsiteX0" fmla="*/ 3452013 w 6118846"/>
              <a:gd name="connsiteY0" fmla="*/ 6137 h 6870273"/>
              <a:gd name="connsiteX1" fmla="*/ 5968378 w 6118846"/>
              <a:gd name="connsiteY1" fmla="*/ 0 h 6870273"/>
              <a:gd name="connsiteX2" fmla="*/ 6118846 w 6118846"/>
              <a:gd name="connsiteY2" fmla="*/ 6857999 h 6870273"/>
              <a:gd name="connsiteX3" fmla="*/ 5688769 w 6118846"/>
              <a:gd name="connsiteY3" fmla="*/ 6857177 h 6870273"/>
              <a:gd name="connsiteX4" fmla="*/ 5522630 w 6118846"/>
              <a:gd name="connsiteY4" fmla="*/ 6579974 h 6870273"/>
              <a:gd name="connsiteX5" fmla="*/ 5538794 w 6118846"/>
              <a:gd name="connsiteY5" fmla="*/ 0 h 6870273"/>
              <a:gd name="connsiteX6" fmla="*/ 3139031 w 6118846"/>
              <a:gd name="connsiteY6" fmla="*/ 7000 h 6870273"/>
              <a:gd name="connsiteX7" fmla="*/ 3452013 w 6118846"/>
              <a:gd name="connsiteY7" fmla="*/ 6137 h 6870273"/>
              <a:gd name="connsiteX8" fmla="*/ 0 w 6118846"/>
              <a:gd name="connsiteY8" fmla="*/ 0 h 6870273"/>
              <a:gd name="connsiteX9" fmla="*/ 5529589 w 6118846"/>
              <a:gd name="connsiteY9" fmla="*/ 0 h 6870273"/>
              <a:gd name="connsiteX10" fmla="*/ 5680057 w 6118846"/>
              <a:gd name="connsiteY10" fmla="*/ 6857999 h 6870273"/>
              <a:gd name="connsiteX11" fmla="*/ 21365 w 6118846"/>
              <a:gd name="connsiteY11" fmla="*/ 6870273 h 6870273"/>
              <a:gd name="connsiteX12" fmla="*/ 0 w 6118846"/>
              <a:gd name="connsiteY12" fmla="*/ 0 h 6870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18846" h="6870273">
                <a:moveTo>
                  <a:pt x="3452013" y="6137"/>
                </a:moveTo>
                <a:lnTo>
                  <a:pt x="5968378" y="0"/>
                </a:lnTo>
                <a:cubicBezTo>
                  <a:pt x="5275968" y="1144534"/>
                  <a:pt x="4252164" y="3884665"/>
                  <a:pt x="6118846" y="6857999"/>
                </a:cubicBezTo>
                <a:lnTo>
                  <a:pt x="5688769" y="6857177"/>
                </a:lnTo>
                <a:lnTo>
                  <a:pt x="5522630" y="6579974"/>
                </a:lnTo>
                <a:cubicBezTo>
                  <a:pt x="3886244" y="3714965"/>
                  <a:pt x="4868022" y="1108768"/>
                  <a:pt x="5538794" y="0"/>
                </a:cubicBezTo>
                <a:lnTo>
                  <a:pt x="3139031" y="7000"/>
                </a:lnTo>
                <a:cubicBezTo>
                  <a:pt x="3139031" y="6712"/>
                  <a:pt x="3452013" y="6425"/>
                  <a:pt x="3452013" y="6137"/>
                </a:cubicBezTo>
                <a:close/>
                <a:moveTo>
                  <a:pt x="0" y="0"/>
                </a:moveTo>
                <a:lnTo>
                  <a:pt x="5529589" y="0"/>
                </a:lnTo>
                <a:cubicBezTo>
                  <a:pt x="4837179" y="1144534"/>
                  <a:pt x="3813375" y="3884665"/>
                  <a:pt x="5680057" y="6857999"/>
                </a:cubicBezTo>
                <a:lnTo>
                  <a:pt x="21365" y="6870273"/>
                </a:lnTo>
                <a:cubicBezTo>
                  <a:pt x="20380" y="4590410"/>
                  <a:pt x="985" y="2279863"/>
                  <a:pt x="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0" tIns="2700000" rIns="0" bIns="0" anchor="t" anchorCtr="1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nl-NL" dirty="0"/>
              <a:t>Voeg eventueel</a:t>
            </a:r>
            <a:br>
              <a:rPr lang="nl-NL" dirty="0"/>
            </a:br>
            <a:r>
              <a:rPr lang="nl-NL" dirty="0"/>
              <a:t>afbeelding in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C688360-AAFE-B0D3-DBB4-B0CFBDFA6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0318" y="368504"/>
            <a:ext cx="5212800" cy="2305077"/>
          </a:xfrm>
          <a:noFill/>
        </p:spPr>
        <p:txBody>
          <a:bodyPr lIns="72000" rIns="360000" anchor="b" anchorCtr="0">
            <a:noAutofit/>
          </a:bodyPr>
          <a:lstStyle>
            <a:lvl1pPr algn="l">
              <a:defRPr sz="4000" b="1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0317" y="2739443"/>
            <a:ext cx="5212799" cy="75702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nl-NL" sz="22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23362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- 12">
    <p:bg>
      <p:bgPr>
        <a:solidFill>
          <a:srgbClr val="BCD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688360-AAFE-B0D3-DBB4-B0CFBDFA6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0318" y="368504"/>
            <a:ext cx="5212800" cy="2305077"/>
          </a:xfrm>
          <a:noFill/>
        </p:spPr>
        <p:txBody>
          <a:bodyPr lIns="72000" rIns="360000" anchor="b" anchorCtr="0">
            <a:noAutofit/>
          </a:bodyPr>
          <a:lstStyle>
            <a:lvl1pPr algn="l">
              <a:defRPr sz="4000" b="1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0317" y="2739443"/>
            <a:ext cx="5212799" cy="757020"/>
          </a:xfrm>
        </p:spPr>
        <p:txBody>
          <a:bodyPr>
            <a:noAutofit/>
          </a:bodyPr>
          <a:lstStyle>
            <a:lvl1pPr marL="0" indent="0" algn="l">
              <a:buNone/>
              <a:defRPr sz="2200" b="0" i="0" baseline="0">
                <a:solidFill>
                  <a:srgbClr val="001158"/>
                </a:solidFill>
                <a:latin typeface="Vestula Pro" panose="020B0A030603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nl-NL" dirty="0"/>
          </a:p>
        </p:txBody>
      </p:sp>
      <p:sp>
        <p:nvSpPr>
          <p:cNvPr id="9" name="Tijdelijke aanduiding voor afbeelding 6">
            <a:extLst>
              <a:ext uri="{FF2B5EF4-FFF2-40B4-BE49-F238E27FC236}">
                <a16:creationId xmlns:a16="http://schemas.microsoft.com/office/drawing/2014/main" id="{4413C70C-4567-70BC-EE74-215FEACAB09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1686"/>
            <a:ext cx="6096000" cy="6858000"/>
          </a:xfrm>
          <a:custGeom>
            <a:avLst/>
            <a:gdLst>
              <a:gd name="connsiteX0" fmla="*/ 441972 w 3648853"/>
              <a:gd name="connsiteY0" fmla="*/ 0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3183 w 3648853"/>
              <a:gd name="connsiteY7" fmla="*/ 0 h 6864136"/>
              <a:gd name="connsiteX8" fmla="*/ 3059596 w 3648853"/>
              <a:gd name="connsiteY8" fmla="*/ 6137 h 6864136"/>
              <a:gd name="connsiteX9" fmla="*/ 3210064 w 3648853"/>
              <a:gd name="connsiteY9" fmla="*/ 6864136 h 6864136"/>
              <a:gd name="connsiteX10" fmla="*/ 0 w 3648853"/>
              <a:gd name="connsiteY10" fmla="*/ 685800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71398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71398 w 3648853"/>
              <a:gd name="connsiteY12" fmla="*/ 0 h 6864136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87999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87999 w 3648853"/>
              <a:gd name="connsiteY12" fmla="*/ 6137 h 6857999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38904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38904 w 3648853"/>
              <a:gd name="connsiteY12" fmla="*/ 6137 h 6857999"/>
              <a:gd name="connsiteX0" fmla="*/ 346735 w 3209949"/>
              <a:gd name="connsiteY0" fmla="*/ 0 h 6857999"/>
              <a:gd name="connsiteX1" fmla="*/ 3059481 w 3209949"/>
              <a:gd name="connsiteY1" fmla="*/ 0 h 6857999"/>
              <a:gd name="connsiteX2" fmla="*/ 3209949 w 3209949"/>
              <a:gd name="connsiteY2" fmla="*/ 6857999 h 6857999"/>
              <a:gd name="connsiteX3" fmla="*/ 2779872 w 3209949"/>
              <a:gd name="connsiteY3" fmla="*/ 6857177 h 6857999"/>
              <a:gd name="connsiteX4" fmla="*/ 2613733 w 3209949"/>
              <a:gd name="connsiteY4" fmla="*/ 6579974 h 6857999"/>
              <a:gd name="connsiteX5" fmla="*/ 2629897 w 3209949"/>
              <a:gd name="connsiteY5" fmla="*/ 0 h 6857999"/>
              <a:gd name="connsiteX6" fmla="*/ 230134 w 3209949"/>
              <a:gd name="connsiteY6" fmla="*/ 7000 h 6857999"/>
              <a:gd name="connsiteX7" fmla="*/ 346735 w 3209949"/>
              <a:gd name="connsiteY7" fmla="*/ 0 h 6857999"/>
              <a:gd name="connsiteX8" fmla="*/ 0 w 3209949"/>
              <a:gd name="connsiteY8" fmla="*/ 6137 h 6857999"/>
              <a:gd name="connsiteX9" fmla="*/ 2620692 w 3209949"/>
              <a:gd name="connsiteY9" fmla="*/ 0 h 6857999"/>
              <a:gd name="connsiteX10" fmla="*/ 2771160 w 3209949"/>
              <a:gd name="connsiteY10" fmla="*/ 6857999 h 6857999"/>
              <a:gd name="connsiteX11" fmla="*/ 2954 w 3209949"/>
              <a:gd name="connsiteY11" fmla="*/ 6845726 h 6857999"/>
              <a:gd name="connsiteX12" fmla="*/ 0 w 3209949"/>
              <a:gd name="connsiteY12" fmla="*/ 6137 h 6857999"/>
              <a:gd name="connsiteX0" fmla="*/ 346735 w 3209949"/>
              <a:gd name="connsiteY0" fmla="*/ 0 h 6864137"/>
              <a:gd name="connsiteX1" fmla="*/ 3059481 w 3209949"/>
              <a:gd name="connsiteY1" fmla="*/ 0 h 6864137"/>
              <a:gd name="connsiteX2" fmla="*/ 3209949 w 3209949"/>
              <a:gd name="connsiteY2" fmla="*/ 6857999 h 6864137"/>
              <a:gd name="connsiteX3" fmla="*/ 2779872 w 3209949"/>
              <a:gd name="connsiteY3" fmla="*/ 6857177 h 6864137"/>
              <a:gd name="connsiteX4" fmla="*/ 2613733 w 3209949"/>
              <a:gd name="connsiteY4" fmla="*/ 6579974 h 6864137"/>
              <a:gd name="connsiteX5" fmla="*/ 2629897 w 3209949"/>
              <a:gd name="connsiteY5" fmla="*/ 0 h 6864137"/>
              <a:gd name="connsiteX6" fmla="*/ 230134 w 3209949"/>
              <a:gd name="connsiteY6" fmla="*/ 7000 h 6864137"/>
              <a:gd name="connsiteX7" fmla="*/ 346735 w 3209949"/>
              <a:gd name="connsiteY7" fmla="*/ 0 h 6864137"/>
              <a:gd name="connsiteX8" fmla="*/ 0 w 3209949"/>
              <a:gd name="connsiteY8" fmla="*/ 6137 h 6864137"/>
              <a:gd name="connsiteX9" fmla="*/ 2620692 w 3209949"/>
              <a:gd name="connsiteY9" fmla="*/ 0 h 6864137"/>
              <a:gd name="connsiteX10" fmla="*/ 2771160 w 3209949"/>
              <a:gd name="connsiteY10" fmla="*/ 6857999 h 6864137"/>
              <a:gd name="connsiteX11" fmla="*/ 2954 w 3209949"/>
              <a:gd name="connsiteY11" fmla="*/ 6864137 h 6864137"/>
              <a:gd name="connsiteX12" fmla="*/ 0 w 3209949"/>
              <a:gd name="connsiteY12" fmla="*/ 6137 h 6864137"/>
              <a:gd name="connsiteX0" fmla="*/ 3255632 w 6118846"/>
              <a:gd name="connsiteY0" fmla="*/ 0 h 6864137"/>
              <a:gd name="connsiteX1" fmla="*/ 5968378 w 6118846"/>
              <a:gd name="connsiteY1" fmla="*/ 0 h 6864137"/>
              <a:gd name="connsiteX2" fmla="*/ 6118846 w 6118846"/>
              <a:gd name="connsiteY2" fmla="*/ 6857999 h 6864137"/>
              <a:gd name="connsiteX3" fmla="*/ 5688769 w 6118846"/>
              <a:gd name="connsiteY3" fmla="*/ 6857177 h 6864137"/>
              <a:gd name="connsiteX4" fmla="*/ 5522630 w 6118846"/>
              <a:gd name="connsiteY4" fmla="*/ 6579974 h 6864137"/>
              <a:gd name="connsiteX5" fmla="*/ 5538794 w 6118846"/>
              <a:gd name="connsiteY5" fmla="*/ 0 h 6864137"/>
              <a:gd name="connsiteX6" fmla="*/ 3139031 w 6118846"/>
              <a:gd name="connsiteY6" fmla="*/ 7000 h 6864137"/>
              <a:gd name="connsiteX7" fmla="*/ 3255632 w 6118846"/>
              <a:gd name="connsiteY7" fmla="*/ 0 h 6864137"/>
              <a:gd name="connsiteX8" fmla="*/ 0 w 6118846"/>
              <a:gd name="connsiteY8" fmla="*/ 0 h 6864137"/>
              <a:gd name="connsiteX9" fmla="*/ 5529589 w 6118846"/>
              <a:gd name="connsiteY9" fmla="*/ 0 h 6864137"/>
              <a:gd name="connsiteX10" fmla="*/ 5680057 w 6118846"/>
              <a:gd name="connsiteY10" fmla="*/ 6857999 h 6864137"/>
              <a:gd name="connsiteX11" fmla="*/ 2911851 w 6118846"/>
              <a:gd name="connsiteY11" fmla="*/ 6864137 h 6864137"/>
              <a:gd name="connsiteX12" fmla="*/ 0 w 6118846"/>
              <a:gd name="connsiteY12" fmla="*/ 0 h 6864137"/>
              <a:gd name="connsiteX0" fmla="*/ 3255632 w 6118846"/>
              <a:gd name="connsiteY0" fmla="*/ 0 h 6870273"/>
              <a:gd name="connsiteX1" fmla="*/ 5968378 w 6118846"/>
              <a:gd name="connsiteY1" fmla="*/ 0 h 6870273"/>
              <a:gd name="connsiteX2" fmla="*/ 6118846 w 6118846"/>
              <a:gd name="connsiteY2" fmla="*/ 6857999 h 6870273"/>
              <a:gd name="connsiteX3" fmla="*/ 5688769 w 6118846"/>
              <a:gd name="connsiteY3" fmla="*/ 6857177 h 6870273"/>
              <a:gd name="connsiteX4" fmla="*/ 5522630 w 6118846"/>
              <a:gd name="connsiteY4" fmla="*/ 6579974 h 6870273"/>
              <a:gd name="connsiteX5" fmla="*/ 5538794 w 6118846"/>
              <a:gd name="connsiteY5" fmla="*/ 0 h 6870273"/>
              <a:gd name="connsiteX6" fmla="*/ 3139031 w 6118846"/>
              <a:gd name="connsiteY6" fmla="*/ 7000 h 6870273"/>
              <a:gd name="connsiteX7" fmla="*/ 3255632 w 6118846"/>
              <a:gd name="connsiteY7" fmla="*/ 0 h 6870273"/>
              <a:gd name="connsiteX8" fmla="*/ 0 w 6118846"/>
              <a:gd name="connsiteY8" fmla="*/ 0 h 6870273"/>
              <a:gd name="connsiteX9" fmla="*/ 5529589 w 6118846"/>
              <a:gd name="connsiteY9" fmla="*/ 0 h 6870273"/>
              <a:gd name="connsiteX10" fmla="*/ 5680057 w 6118846"/>
              <a:gd name="connsiteY10" fmla="*/ 6857999 h 6870273"/>
              <a:gd name="connsiteX11" fmla="*/ 21365 w 6118846"/>
              <a:gd name="connsiteY11" fmla="*/ 6870273 h 6870273"/>
              <a:gd name="connsiteX12" fmla="*/ 0 w 6118846"/>
              <a:gd name="connsiteY12" fmla="*/ 0 h 6870273"/>
              <a:gd name="connsiteX0" fmla="*/ 3452013 w 6118846"/>
              <a:gd name="connsiteY0" fmla="*/ 6137 h 6870273"/>
              <a:gd name="connsiteX1" fmla="*/ 5968378 w 6118846"/>
              <a:gd name="connsiteY1" fmla="*/ 0 h 6870273"/>
              <a:gd name="connsiteX2" fmla="*/ 6118846 w 6118846"/>
              <a:gd name="connsiteY2" fmla="*/ 6857999 h 6870273"/>
              <a:gd name="connsiteX3" fmla="*/ 5688769 w 6118846"/>
              <a:gd name="connsiteY3" fmla="*/ 6857177 h 6870273"/>
              <a:gd name="connsiteX4" fmla="*/ 5522630 w 6118846"/>
              <a:gd name="connsiteY4" fmla="*/ 6579974 h 6870273"/>
              <a:gd name="connsiteX5" fmla="*/ 5538794 w 6118846"/>
              <a:gd name="connsiteY5" fmla="*/ 0 h 6870273"/>
              <a:gd name="connsiteX6" fmla="*/ 3139031 w 6118846"/>
              <a:gd name="connsiteY6" fmla="*/ 7000 h 6870273"/>
              <a:gd name="connsiteX7" fmla="*/ 3452013 w 6118846"/>
              <a:gd name="connsiteY7" fmla="*/ 6137 h 6870273"/>
              <a:gd name="connsiteX8" fmla="*/ 0 w 6118846"/>
              <a:gd name="connsiteY8" fmla="*/ 0 h 6870273"/>
              <a:gd name="connsiteX9" fmla="*/ 5529589 w 6118846"/>
              <a:gd name="connsiteY9" fmla="*/ 0 h 6870273"/>
              <a:gd name="connsiteX10" fmla="*/ 5680057 w 6118846"/>
              <a:gd name="connsiteY10" fmla="*/ 6857999 h 6870273"/>
              <a:gd name="connsiteX11" fmla="*/ 21365 w 6118846"/>
              <a:gd name="connsiteY11" fmla="*/ 6870273 h 6870273"/>
              <a:gd name="connsiteX12" fmla="*/ 0 w 6118846"/>
              <a:gd name="connsiteY12" fmla="*/ 0 h 6870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18846" h="6870273">
                <a:moveTo>
                  <a:pt x="3452013" y="6137"/>
                </a:moveTo>
                <a:lnTo>
                  <a:pt x="5968378" y="0"/>
                </a:lnTo>
                <a:cubicBezTo>
                  <a:pt x="5275968" y="1144534"/>
                  <a:pt x="4252164" y="3884665"/>
                  <a:pt x="6118846" y="6857999"/>
                </a:cubicBezTo>
                <a:lnTo>
                  <a:pt x="5688769" y="6857177"/>
                </a:lnTo>
                <a:lnTo>
                  <a:pt x="5522630" y="6579974"/>
                </a:lnTo>
                <a:cubicBezTo>
                  <a:pt x="3886244" y="3714965"/>
                  <a:pt x="4868022" y="1108768"/>
                  <a:pt x="5538794" y="0"/>
                </a:cubicBezTo>
                <a:lnTo>
                  <a:pt x="3139031" y="7000"/>
                </a:lnTo>
                <a:cubicBezTo>
                  <a:pt x="3139031" y="6712"/>
                  <a:pt x="3452013" y="6425"/>
                  <a:pt x="3452013" y="6137"/>
                </a:cubicBezTo>
                <a:close/>
                <a:moveTo>
                  <a:pt x="0" y="0"/>
                </a:moveTo>
                <a:lnTo>
                  <a:pt x="5529589" y="0"/>
                </a:lnTo>
                <a:cubicBezTo>
                  <a:pt x="4837179" y="1144534"/>
                  <a:pt x="3813375" y="3884665"/>
                  <a:pt x="5680057" y="6857999"/>
                </a:cubicBezTo>
                <a:lnTo>
                  <a:pt x="21365" y="6870273"/>
                </a:lnTo>
                <a:cubicBezTo>
                  <a:pt x="20380" y="4590410"/>
                  <a:pt x="985" y="2279863"/>
                  <a:pt x="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0" tIns="2700000" rIns="0" bIns="0" anchor="t" anchorCtr="1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nl-NL" dirty="0"/>
              <a:t>Voeg eventueel</a:t>
            </a:r>
            <a:br>
              <a:rPr lang="nl-NL" dirty="0"/>
            </a:br>
            <a:r>
              <a:rPr lang="nl-NL" dirty="0"/>
              <a:t>afbeelding in</a:t>
            </a:r>
          </a:p>
        </p:txBody>
      </p:sp>
    </p:spTree>
    <p:extLst>
      <p:ext uri="{BB962C8B-B14F-4D97-AF65-F5344CB8AC3E}">
        <p14:creationId xmlns:p14="http://schemas.microsoft.com/office/powerpoint/2010/main" val="2180631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-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30989C73-BE72-9B8E-748B-D539A67AC6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12273"/>
            <a:ext cx="6118846" cy="6870273"/>
          </a:xfrm>
          <a:custGeom>
            <a:avLst/>
            <a:gdLst>
              <a:gd name="connsiteX0" fmla="*/ 441972 w 3648853"/>
              <a:gd name="connsiteY0" fmla="*/ 0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3183 w 3648853"/>
              <a:gd name="connsiteY7" fmla="*/ 0 h 6864136"/>
              <a:gd name="connsiteX8" fmla="*/ 3059596 w 3648853"/>
              <a:gd name="connsiteY8" fmla="*/ 6137 h 6864136"/>
              <a:gd name="connsiteX9" fmla="*/ 3210064 w 3648853"/>
              <a:gd name="connsiteY9" fmla="*/ 6864136 h 6864136"/>
              <a:gd name="connsiteX10" fmla="*/ 0 w 3648853"/>
              <a:gd name="connsiteY10" fmla="*/ 685800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71398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71398 w 3648853"/>
              <a:gd name="connsiteY12" fmla="*/ 0 h 6864136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87999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87999 w 3648853"/>
              <a:gd name="connsiteY12" fmla="*/ 6137 h 6857999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38904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38904 w 3648853"/>
              <a:gd name="connsiteY12" fmla="*/ 6137 h 6857999"/>
              <a:gd name="connsiteX0" fmla="*/ 346735 w 3209949"/>
              <a:gd name="connsiteY0" fmla="*/ 0 h 6857999"/>
              <a:gd name="connsiteX1" fmla="*/ 3059481 w 3209949"/>
              <a:gd name="connsiteY1" fmla="*/ 0 h 6857999"/>
              <a:gd name="connsiteX2" fmla="*/ 3209949 w 3209949"/>
              <a:gd name="connsiteY2" fmla="*/ 6857999 h 6857999"/>
              <a:gd name="connsiteX3" fmla="*/ 2779872 w 3209949"/>
              <a:gd name="connsiteY3" fmla="*/ 6857177 h 6857999"/>
              <a:gd name="connsiteX4" fmla="*/ 2613733 w 3209949"/>
              <a:gd name="connsiteY4" fmla="*/ 6579974 h 6857999"/>
              <a:gd name="connsiteX5" fmla="*/ 2629897 w 3209949"/>
              <a:gd name="connsiteY5" fmla="*/ 0 h 6857999"/>
              <a:gd name="connsiteX6" fmla="*/ 230134 w 3209949"/>
              <a:gd name="connsiteY6" fmla="*/ 7000 h 6857999"/>
              <a:gd name="connsiteX7" fmla="*/ 346735 w 3209949"/>
              <a:gd name="connsiteY7" fmla="*/ 0 h 6857999"/>
              <a:gd name="connsiteX8" fmla="*/ 0 w 3209949"/>
              <a:gd name="connsiteY8" fmla="*/ 6137 h 6857999"/>
              <a:gd name="connsiteX9" fmla="*/ 2620692 w 3209949"/>
              <a:gd name="connsiteY9" fmla="*/ 0 h 6857999"/>
              <a:gd name="connsiteX10" fmla="*/ 2771160 w 3209949"/>
              <a:gd name="connsiteY10" fmla="*/ 6857999 h 6857999"/>
              <a:gd name="connsiteX11" fmla="*/ 2954 w 3209949"/>
              <a:gd name="connsiteY11" fmla="*/ 6845726 h 6857999"/>
              <a:gd name="connsiteX12" fmla="*/ 0 w 3209949"/>
              <a:gd name="connsiteY12" fmla="*/ 6137 h 6857999"/>
              <a:gd name="connsiteX0" fmla="*/ 346735 w 3209949"/>
              <a:gd name="connsiteY0" fmla="*/ 0 h 6864137"/>
              <a:gd name="connsiteX1" fmla="*/ 3059481 w 3209949"/>
              <a:gd name="connsiteY1" fmla="*/ 0 h 6864137"/>
              <a:gd name="connsiteX2" fmla="*/ 3209949 w 3209949"/>
              <a:gd name="connsiteY2" fmla="*/ 6857999 h 6864137"/>
              <a:gd name="connsiteX3" fmla="*/ 2779872 w 3209949"/>
              <a:gd name="connsiteY3" fmla="*/ 6857177 h 6864137"/>
              <a:gd name="connsiteX4" fmla="*/ 2613733 w 3209949"/>
              <a:gd name="connsiteY4" fmla="*/ 6579974 h 6864137"/>
              <a:gd name="connsiteX5" fmla="*/ 2629897 w 3209949"/>
              <a:gd name="connsiteY5" fmla="*/ 0 h 6864137"/>
              <a:gd name="connsiteX6" fmla="*/ 230134 w 3209949"/>
              <a:gd name="connsiteY6" fmla="*/ 7000 h 6864137"/>
              <a:gd name="connsiteX7" fmla="*/ 346735 w 3209949"/>
              <a:gd name="connsiteY7" fmla="*/ 0 h 6864137"/>
              <a:gd name="connsiteX8" fmla="*/ 0 w 3209949"/>
              <a:gd name="connsiteY8" fmla="*/ 6137 h 6864137"/>
              <a:gd name="connsiteX9" fmla="*/ 2620692 w 3209949"/>
              <a:gd name="connsiteY9" fmla="*/ 0 h 6864137"/>
              <a:gd name="connsiteX10" fmla="*/ 2771160 w 3209949"/>
              <a:gd name="connsiteY10" fmla="*/ 6857999 h 6864137"/>
              <a:gd name="connsiteX11" fmla="*/ 2954 w 3209949"/>
              <a:gd name="connsiteY11" fmla="*/ 6864137 h 6864137"/>
              <a:gd name="connsiteX12" fmla="*/ 0 w 3209949"/>
              <a:gd name="connsiteY12" fmla="*/ 6137 h 6864137"/>
              <a:gd name="connsiteX0" fmla="*/ 3255632 w 6118846"/>
              <a:gd name="connsiteY0" fmla="*/ 0 h 6864137"/>
              <a:gd name="connsiteX1" fmla="*/ 5968378 w 6118846"/>
              <a:gd name="connsiteY1" fmla="*/ 0 h 6864137"/>
              <a:gd name="connsiteX2" fmla="*/ 6118846 w 6118846"/>
              <a:gd name="connsiteY2" fmla="*/ 6857999 h 6864137"/>
              <a:gd name="connsiteX3" fmla="*/ 5688769 w 6118846"/>
              <a:gd name="connsiteY3" fmla="*/ 6857177 h 6864137"/>
              <a:gd name="connsiteX4" fmla="*/ 5522630 w 6118846"/>
              <a:gd name="connsiteY4" fmla="*/ 6579974 h 6864137"/>
              <a:gd name="connsiteX5" fmla="*/ 5538794 w 6118846"/>
              <a:gd name="connsiteY5" fmla="*/ 0 h 6864137"/>
              <a:gd name="connsiteX6" fmla="*/ 3139031 w 6118846"/>
              <a:gd name="connsiteY6" fmla="*/ 7000 h 6864137"/>
              <a:gd name="connsiteX7" fmla="*/ 3255632 w 6118846"/>
              <a:gd name="connsiteY7" fmla="*/ 0 h 6864137"/>
              <a:gd name="connsiteX8" fmla="*/ 0 w 6118846"/>
              <a:gd name="connsiteY8" fmla="*/ 0 h 6864137"/>
              <a:gd name="connsiteX9" fmla="*/ 5529589 w 6118846"/>
              <a:gd name="connsiteY9" fmla="*/ 0 h 6864137"/>
              <a:gd name="connsiteX10" fmla="*/ 5680057 w 6118846"/>
              <a:gd name="connsiteY10" fmla="*/ 6857999 h 6864137"/>
              <a:gd name="connsiteX11" fmla="*/ 2911851 w 6118846"/>
              <a:gd name="connsiteY11" fmla="*/ 6864137 h 6864137"/>
              <a:gd name="connsiteX12" fmla="*/ 0 w 6118846"/>
              <a:gd name="connsiteY12" fmla="*/ 0 h 6864137"/>
              <a:gd name="connsiteX0" fmla="*/ 3255632 w 6118846"/>
              <a:gd name="connsiteY0" fmla="*/ 0 h 6870273"/>
              <a:gd name="connsiteX1" fmla="*/ 5968378 w 6118846"/>
              <a:gd name="connsiteY1" fmla="*/ 0 h 6870273"/>
              <a:gd name="connsiteX2" fmla="*/ 6118846 w 6118846"/>
              <a:gd name="connsiteY2" fmla="*/ 6857999 h 6870273"/>
              <a:gd name="connsiteX3" fmla="*/ 5688769 w 6118846"/>
              <a:gd name="connsiteY3" fmla="*/ 6857177 h 6870273"/>
              <a:gd name="connsiteX4" fmla="*/ 5522630 w 6118846"/>
              <a:gd name="connsiteY4" fmla="*/ 6579974 h 6870273"/>
              <a:gd name="connsiteX5" fmla="*/ 5538794 w 6118846"/>
              <a:gd name="connsiteY5" fmla="*/ 0 h 6870273"/>
              <a:gd name="connsiteX6" fmla="*/ 3139031 w 6118846"/>
              <a:gd name="connsiteY6" fmla="*/ 7000 h 6870273"/>
              <a:gd name="connsiteX7" fmla="*/ 3255632 w 6118846"/>
              <a:gd name="connsiteY7" fmla="*/ 0 h 6870273"/>
              <a:gd name="connsiteX8" fmla="*/ 0 w 6118846"/>
              <a:gd name="connsiteY8" fmla="*/ 0 h 6870273"/>
              <a:gd name="connsiteX9" fmla="*/ 5529589 w 6118846"/>
              <a:gd name="connsiteY9" fmla="*/ 0 h 6870273"/>
              <a:gd name="connsiteX10" fmla="*/ 5680057 w 6118846"/>
              <a:gd name="connsiteY10" fmla="*/ 6857999 h 6870273"/>
              <a:gd name="connsiteX11" fmla="*/ 21365 w 6118846"/>
              <a:gd name="connsiteY11" fmla="*/ 6870273 h 6870273"/>
              <a:gd name="connsiteX12" fmla="*/ 0 w 6118846"/>
              <a:gd name="connsiteY12" fmla="*/ 0 h 6870273"/>
              <a:gd name="connsiteX0" fmla="*/ 3452013 w 6118846"/>
              <a:gd name="connsiteY0" fmla="*/ 6137 h 6870273"/>
              <a:gd name="connsiteX1" fmla="*/ 5968378 w 6118846"/>
              <a:gd name="connsiteY1" fmla="*/ 0 h 6870273"/>
              <a:gd name="connsiteX2" fmla="*/ 6118846 w 6118846"/>
              <a:gd name="connsiteY2" fmla="*/ 6857999 h 6870273"/>
              <a:gd name="connsiteX3" fmla="*/ 5688769 w 6118846"/>
              <a:gd name="connsiteY3" fmla="*/ 6857177 h 6870273"/>
              <a:gd name="connsiteX4" fmla="*/ 5522630 w 6118846"/>
              <a:gd name="connsiteY4" fmla="*/ 6579974 h 6870273"/>
              <a:gd name="connsiteX5" fmla="*/ 5538794 w 6118846"/>
              <a:gd name="connsiteY5" fmla="*/ 0 h 6870273"/>
              <a:gd name="connsiteX6" fmla="*/ 3139031 w 6118846"/>
              <a:gd name="connsiteY6" fmla="*/ 7000 h 6870273"/>
              <a:gd name="connsiteX7" fmla="*/ 3452013 w 6118846"/>
              <a:gd name="connsiteY7" fmla="*/ 6137 h 6870273"/>
              <a:gd name="connsiteX8" fmla="*/ 0 w 6118846"/>
              <a:gd name="connsiteY8" fmla="*/ 0 h 6870273"/>
              <a:gd name="connsiteX9" fmla="*/ 5529589 w 6118846"/>
              <a:gd name="connsiteY9" fmla="*/ 0 h 6870273"/>
              <a:gd name="connsiteX10" fmla="*/ 5680057 w 6118846"/>
              <a:gd name="connsiteY10" fmla="*/ 6857999 h 6870273"/>
              <a:gd name="connsiteX11" fmla="*/ 21365 w 6118846"/>
              <a:gd name="connsiteY11" fmla="*/ 6870273 h 6870273"/>
              <a:gd name="connsiteX12" fmla="*/ 0 w 6118846"/>
              <a:gd name="connsiteY12" fmla="*/ 0 h 6870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18846" h="6870273">
                <a:moveTo>
                  <a:pt x="3452013" y="6137"/>
                </a:moveTo>
                <a:lnTo>
                  <a:pt x="5968378" y="0"/>
                </a:lnTo>
                <a:cubicBezTo>
                  <a:pt x="5275968" y="1144534"/>
                  <a:pt x="4252164" y="3884665"/>
                  <a:pt x="6118846" y="6857999"/>
                </a:cubicBezTo>
                <a:lnTo>
                  <a:pt x="5688769" y="6857177"/>
                </a:lnTo>
                <a:lnTo>
                  <a:pt x="5522630" y="6579974"/>
                </a:lnTo>
                <a:cubicBezTo>
                  <a:pt x="3886244" y="3714965"/>
                  <a:pt x="4868022" y="1108768"/>
                  <a:pt x="5538794" y="0"/>
                </a:cubicBezTo>
                <a:lnTo>
                  <a:pt x="3139031" y="7000"/>
                </a:lnTo>
                <a:cubicBezTo>
                  <a:pt x="3139031" y="6712"/>
                  <a:pt x="3452013" y="6425"/>
                  <a:pt x="3452013" y="6137"/>
                </a:cubicBezTo>
                <a:close/>
                <a:moveTo>
                  <a:pt x="0" y="0"/>
                </a:moveTo>
                <a:lnTo>
                  <a:pt x="5529589" y="0"/>
                </a:lnTo>
                <a:cubicBezTo>
                  <a:pt x="4837179" y="1144534"/>
                  <a:pt x="3813375" y="3884665"/>
                  <a:pt x="5680057" y="6857999"/>
                </a:cubicBezTo>
                <a:lnTo>
                  <a:pt x="21365" y="6870273"/>
                </a:lnTo>
                <a:cubicBezTo>
                  <a:pt x="20380" y="4590410"/>
                  <a:pt x="985" y="2279863"/>
                  <a:pt x="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C688360-AAFE-B0D3-DBB4-B0CFBDFA6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0318" y="368504"/>
            <a:ext cx="5212800" cy="2305077"/>
          </a:xfrm>
          <a:noFill/>
        </p:spPr>
        <p:txBody>
          <a:bodyPr lIns="72000" rIns="360000" anchor="b" anchorCtr="0">
            <a:noAutofit/>
          </a:bodyPr>
          <a:lstStyle>
            <a:lvl1pPr algn="l">
              <a:defRPr sz="4000" b="1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0317" y="2739443"/>
            <a:ext cx="5212799" cy="75702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nl-NL" sz="2200" baseline="0" dirty="0"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72714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962088-BBD5-6AB5-760D-3688AF28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086" y="365125"/>
            <a:ext cx="8346713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18" name="Tijdelijke aanduiding voor afbeelding 17">
            <a:extLst>
              <a:ext uri="{FF2B5EF4-FFF2-40B4-BE49-F238E27FC236}">
                <a16:creationId xmlns:a16="http://schemas.microsoft.com/office/drawing/2014/main" id="{2EC20397-C339-4975-0412-4D44B10366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6137"/>
            <a:ext cx="3209949" cy="6864137"/>
          </a:xfrm>
          <a:custGeom>
            <a:avLst/>
            <a:gdLst>
              <a:gd name="connsiteX0" fmla="*/ 441972 w 3648853"/>
              <a:gd name="connsiteY0" fmla="*/ 0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3183 w 3648853"/>
              <a:gd name="connsiteY7" fmla="*/ 0 h 6864136"/>
              <a:gd name="connsiteX8" fmla="*/ 3059596 w 3648853"/>
              <a:gd name="connsiteY8" fmla="*/ 6137 h 6864136"/>
              <a:gd name="connsiteX9" fmla="*/ 3210064 w 3648853"/>
              <a:gd name="connsiteY9" fmla="*/ 6864136 h 6864136"/>
              <a:gd name="connsiteX10" fmla="*/ 0 w 3648853"/>
              <a:gd name="connsiteY10" fmla="*/ 685800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71398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71398 w 3648853"/>
              <a:gd name="connsiteY12" fmla="*/ 0 h 6864136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87999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87999 w 3648853"/>
              <a:gd name="connsiteY12" fmla="*/ 6137 h 6857999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38904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38904 w 3648853"/>
              <a:gd name="connsiteY12" fmla="*/ 6137 h 6857999"/>
              <a:gd name="connsiteX0" fmla="*/ 346735 w 3209949"/>
              <a:gd name="connsiteY0" fmla="*/ 0 h 6857999"/>
              <a:gd name="connsiteX1" fmla="*/ 3059481 w 3209949"/>
              <a:gd name="connsiteY1" fmla="*/ 0 h 6857999"/>
              <a:gd name="connsiteX2" fmla="*/ 3209949 w 3209949"/>
              <a:gd name="connsiteY2" fmla="*/ 6857999 h 6857999"/>
              <a:gd name="connsiteX3" fmla="*/ 2779872 w 3209949"/>
              <a:gd name="connsiteY3" fmla="*/ 6857177 h 6857999"/>
              <a:gd name="connsiteX4" fmla="*/ 2613733 w 3209949"/>
              <a:gd name="connsiteY4" fmla="*/ 6579974 h 6857999"/>
              <a:gd name="connsiteX5" fmla="*/ 2629897 w 3209949"/>
              <a:gd name="connsiteY5" fmla="*/ 0 h 6857999"/>
              <a:gd name="connsiteX6" fmla="*/ 230134 w 3209949"/>
              <a:gd name="connsiteY6" fmla="*/ 7000 h 6857999"/>
              <a:gd name="connsiteX7" fmla="*/ 346735 w 3209949"/>
              <a:gd name="connsiteY7" fmla="*/ 0 h 6857999"/>
              <a:gd name="connsiteX8" fmla="*/ 0 w 3209949"/>
              <a:gd name="connsiteY8" fmla="*/ 6137 h 6857999"/>
              <a:gd name="connsiteX9" fmla="*/ 2620692 w 3209949"/>
              <a:gd name="connsiteY9" fmla="*/ 0 h 6857999"/>
              <a:gd name="connsiteX10" fmla="*/ 2771160 w 3209949"/>
              <a:gd name="connsiteY10" fmla="*/ 6857999 h 6857999"/>
              <a:gd name="connsiteX11" fmla="*/ 2954 w 3209949"/>
              <a:gd name="connsiteY11" fmla="*/ 6845726 h 6857999"/>
              <a:gd name="connsiteX12" fmla="*/ 0 w 3209949"/>
              <a:gd name="connsiteY12" fmla="*/ 6137 h 6857999"/>
              <a:gd name="connsiteX0" fmla="*/ 346735 w 3209949"/>
              <a:gd name="connsiteY0" fmla="*/ 0 h 6864137"/>
              <a:gd name="connsiteX1" fmla="*/ 3059481 w 3209949"/>
              <a:gd name="connsiteY1" fmla="*/ 0 h 6864137"/>
              <a:gd name="connsiteX2" fmla="*/ 3209949 w 3209949"/>
              <a:gd name="connsiteY2" fmla="*/ 6857999 h 6864137"/>
              <a:gd name="connsiteX3" fmla="*/ 2779872 w 3209949"/>
              <a:gd name="connsiteY3" fmla="*/ 6857177 h 6864137"/>
              <a:gd name="connsiteX4" fmla="*/ 2613733 w 3209949"/>
              <a:gd name="connsiteY4" fmla="*/ 6579974 h 6864137"/>
              <a:gd name="connsiteX5" fmla="*/ 2629897 w 3209949"/>
              <a:gd name="connsiteY5" fmla="*/ 0 h 6864137"/>
              <a:gd name="connsiteX6" fmla="*/ 230134 w 3209949"/>
              <a:gd name="connsiteY6" fmla="*/ 7000 h 6864137"/>
              <a:gd name="connsiteX7" fmla="*/ 346735 w 3209949"/>
              <a:gd name="connsiteY7" fmla="*/ 0 h 6864137"/>
              <a:gd name="connsiteX8" fmla="*/ 0 w 3209949"/>
              <a:gd name="connsiteY8" fmla="*/ 6137 h 6864137"/>
              <a:gd name="connsiteX9" fmla="*/ 2620692 w 3209949"/>
              <a:gd name="connsiteY9" fmla="*/ 0 h 6864137"/>
              <a:gd name="connsiteX10" fmla="*/ 2771160 w 3209949"/>
              <a:gd name="connsiteY10" fmla="*/ 6857999 h 6864137"/>
              <a:gd name="connsiteX11" fmla="*/ 2954 w 3209949"/>
              <a:gd name="connsiteY11" fmla="*/ 6864137 h 6864137"/>
              <a:gd name="connsiteX12" fmla="*/ 0 w 3209949"/>
              <a:gd name="connsiteY12" fmla="*/ 6137 h 6864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09949" h="6864137">
                <a:moveTo>
                  <a:pt x="346735" y="0"/>
                </a:moveTo>
                <a:lnTo>
                  <a:pt x="3059481" y="0"/>
                </a:lnTo>
                <a:cubicBezTo>
                  <a:pt x="2367071" y="1144534"/>
                  <a:pt x="1343267" y="3884665"/>
                  <a:pt x="3209949" y="6857999"/>
                </a:cubicBezTo>
                <a:lnTo>
                  <a:pt x="2779872" y="6857177"/>
                </a:lnTo>
                <a:lnTo>
                  <a:pt x="2613733" y="6579974"/>
                </a:lnTo>
                <a:cubicBezTo>
                  <a:pt x="977347" y="3714965"/>
                  <a:pt x="1959125" y="1108768"/>
                  <a:pt x="2629897" y="0"/>
                </a:cubicBezTo>
                <a:lnTo>
                  <a:pt x="230134" y="7000"/>
                </a:lnTo>
                <a:cubicBezTo>
                  <a:pt x="230134" y="6712"/>
                  <a:pt x="346735" y="288"/>
                  <a:pt x="346735" y="0"/>
                </a:cubicBezTo>
                <a:close/>
                <a:moveTo>
                  <a:pt x="0" y="6137"/>
                </a:moveTo>
                <a:lnTo>
                  <a:pt x="2620692" y="0"/>
                </a:lnTo>
                <a:cubicBezTo>
                  <a:pt x="1928282" y="1144534"/>
                  <a:pt x="904478" y="3884665"/>
                  <a:pt x="2771160" y="6857999"/>
                </a:cubicBezTo>
                <a:lnTo>
                  <a:pt x="2954" y="6864137"/>
                </a:lnTo>
                <a:cubicBezTo>
                  <a:pt x="1969" y="4584274"/>
                  <a:pt x="985" y="2286000"/>
                  <a:pt x="0" y="6137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3C7B6FA-D4F6-9982-DC4D-88249182ED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06725" y="2036763"/>
            <a:ext cx="8346713" cy="4046537"/>
          </a:xfrm>
        </p:spPr>
        <p:txBody>
          <a:bodyPr/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68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-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962088-BBD5-6AB5-760D-3688AF28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086" y="365125"/>
            <a:ext cx="8346713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D17FC0D-7DB9-6A85-CC26-55CB498D7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086" y="1825625"/>
            <a:ext cx="8346714" cy="4351338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endParaRPr lang="nl-NL" dirty="0"/>
          </a:p>
        </p:txBody>
      </p:sp>
      <p:sp>
        <p:nvSpPr>
          <p:cNvPr id="18" name="Tijdelijke aanduiding voor afbeelding 17">
            <a:extLst>
              <a:ext uri="{FF2B5EF4-FFF2-40B4-BE49-F238E27FC236}">
                <a16:creationId xmlns:a16="http://schemas.microsoft.com/office/drawing/2014/main" id="{2EC20397-C339-4975-0412-4D44B10366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6137"/>
            <a:ext cx="3209949" cy="6864137"/>
          </a:xfrm>
          <a:custGeom>
            <a:avLst/>
            <a:gdLst>
              <a:gd name="connsiteX0" fmla="*/ 441972 w 3648853"/>
              <a:gd name="connsiteY0" fmla="*/ 0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3183 w 3648853"/>
              <a:gd name="connsiteY7" fmla="*/ 0 h 6864136"/>
              <a:gd name="connsiteX8" fmla="*/ 3059596 w 3648853"/>
              <a:gd name="connsiteY8" fmla="*/ 6137 h 6864136"/>
              <a:gd name="connsiteX9" fmla="*/ 3210064 w 3648853"/>
              <a:gd name="connsiteY9" fmla="*/ 6864136 h 6864136"/>
              <a:gd name="connsiteX10" fmla="*/ 0 w 3648853"/>
              <a:gd name="connsiteY10" fmla="*/ 685800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71398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71398 w 3648853"/>
              <a:gd name="connsiteY12" fmla="*/ 0 h 6864136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87999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87999 w 3648853"/>
              <a:gd name="connsiteY12" fmla="*/ 6137 h 6857999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38904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38904 w 3648853"/>
              <a:gd name="connsiteY12" fmla="*/ 6137 h 6857999"/>
              <a:gd name="connsiteX0" fmla="*/ 346735 w 3209949"/>
              <a:gd name="connsiteY0" fmla="*/ 0 h 6857999"/>
              <a:gd name="connsiteX1" fmla="*/ 3059481 w 3209949"/>
              <a:gd name="connsiteY1" fmla="*/ 0 h 6857999"/>
              <a:gd name="connsiteX2" fmla="*/ 3209949 w 3209949"/>
              <a:gd name="connsiteY2" fmla="*/ 6857999 h 6857999"/>
              <a:gd name="connsiteX3" fmla="*/ 2779872 w 3209949"/>
              <a:gd name="connsiteY3" fmla="*/ 6857177 h 6857999"/>
              <a:gd name="connsiteX4" fmla="*/ 2613733 w 3209949"/>
              <a:gd name="connsiteY4" fmla="*/ 6579974 h 6857999"/>
              <a:gd name="connsiteX5" fmla="*/ 2629897 w 3209949"/>
              <a:gd name="connsiteY5" fmla="*/ 0 h 6857999"/>
              <a:gd name="connsiteX6" fmla="*/ 230134 w 3209949"/>
              <a:gd name="connsiteY6" fmla="*/ 7000 h 6857999"/>
              <a:gd name="connsiteX7" fmla="*/ 346735 w 3209949"/>
              <a:gd name="connsiteY7" fmla="*/ 0 h 6857999"/>
              <a:gd name="connsiteX8" fmla="*/ 0 w 3209949"/>
              <a:gd name="connsiteY8" fmla="*/ 6137 h 6857999"/>
              <a:gd name="connsiteX9" fmla="*/ 2620692 w 3209949"/>
              <a:gd name="connsiteY9" fmla="*/ 0 h 6857999"/>
              <a:gd name="connsiteX10" fmla="*/ 2771160 w 3209949"/>
              <a:gd name="connsiteY10" fmla="*/ 6857999 h 6857999"/>
              <a:gd name="connsiteX11" fmla="*/ 2954 w 3209949"/>
              <a:gd name="connsiteY11" fmla="*/ 6845726 h 6857999"/>
              <a:gd name="connsiteX12" fmla="*/ 0 w 3209949"/>
              <a:gd name="connsiteY12" fmla="*/ 6137 h 6857999"/>
              <a:gd name="connsiteX0" fmla="*/ 346735 w 3209949"/>
              <a:gd name="connsiteY0" fmla="*/ 0 h 6864137"/>
              <a:gd name="connsiteX1" fmla="*/ 3059481 w 3209949"/>
              <a:gd name="connsiteY1" fmla="*/ 0 h 6864137"/>
              <a:gd name="connsiteX2" fmla="*/ 3209949 w 3209949"/>
              <a:gd name="connsiteY2" fmla="*/ 6857999 h 6864137"/>
              <a:gd name="connsiteX3" fmla="*/ 2779872 w 3209949"/>
              <a:gd name="connsiteY3" fmla="*/ 6857177 h 6864137"/>
              <a:gd name="connsiteX4" fmla="*/ 2613733 w 3209949"/>
              <a:gd name="connsiteY4" fmla="*/ 6579974 h 6864137"/>
              <a:gd name="connsiteX5" fmla="*/ 2629897 w 3209949"/>
              <a:gd name="connsiteY5" fmla="*/ 0 h 6864137"/>
              <a:gd name="connsiteX6" fmla="*/ 230134 w 3209949"/>
              <a:gd name="connsiteY6" fmla="*/ 7000 h 6864137"/>
              <a:gd name="connsiteX7" fmla="*/ 346735 w 3209949"/>
              <a:gd name="connsiteY7" fmla="*/ 0 h 6864137"/>
              <a:gd name="connsiteX8" fmla="*/ 0 w 3209949"/>
              <a:gd name="connsiteY8" fmla="*/ 6137 h 6864137"/>
              <a:gd name="connsiteX9" fmla="*/ 2620692 w 3209949"/>
              <a:gd name="connsiteY9" fmla="*/ 0 h 6864137"/>
              <a:gd name="connsiteX10" fmla="*/ 2771160 w 3209949"/>
              <a:gd name="connsiteY10" fmla="*/ 6857999 h 6864137"/>
              <a:gd name="connsiteX11" fmla="*/ 2954 w 3209949"/>
              <a:gd name="connsiteY11" fmla="*/ 6864137 h 6864137"/>
              <a:gd name="connsiteX12" fmla="*/ 0 w 3209949"/>
              <a:gd name="connsiteY12" fmla="*/ 6137 h 6864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09949" h="6864137">
                <a:moveTo>
                  <a:pt x="346735" y="0"/>
                </a:moveTo>
                <a:lnTo>
                  <a:pt x="3059481" y="0"/>
                </a:lnTo>
                <a:cubicBezTo>
                  <a:pt x="2367071" y="1144534"/>
                  <a:pt x="1343267" y="3884665"/>
                  <a:pt x="3209949" y="6857999"/>
                </a:cubicBezTo>
                <a:lnTo>
                  <a:pt x="2779872" y="6857177"/>
                </a:lnTo>
                <a:lnTo>
                  <a:pt x="2613733" y="6579974"/>
                </a:lnTo>
                <a:cubicBezTo>
                  <a:pt x="977347" y="3714965"/>
                  <a:pt x="1959125" y="1108768"/>
                  <a:pt x="2629897" y="0"/>
                </a:cubicBezTo>
                <a:lnTo>
                  <a:pt x="230134" y="7000"/>
                </a:lnTo>
                <a:cubicBezTo>
                  <a:pt x="230134" y="6712"/>
                  <a:pt x="346735" y="288"/>
                  <a:pt x="346735" y="0"/>
                </a:cubicBezTo>
                <a:close/>
                <a:moveTo>
                  <a:pt x="0" y="6137"/>
                </a:moveTo>
                <a:lnTo>
                  <a:pt x="2620692" y="0"/>
                </a:lnTo>
                <a:cubicBezTo>
                  <a:pt x="1928282" y="1144534"/>
                  <a:pt x="904478" y="3884665"/>
                  <a:pt x="2771160" y="6857999"/>
                </a:cubicBezTo>
                <a:lnTo>
                  <a:pt x="2954" y="6864137"/>
                </a:lnTo>
                <a:cubicBezTo>
                  <a:pt x="1969" y="4584274"/>
                  <a:pt x="985" y="2286000"/>
                  <a:pt x="0" y="6137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976902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olgpagina -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962088-BBD5-6AB5-760D-3688AF28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086" y="365125"/>
            <a:ext cx="8346713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D17FC0D-7DB9-6A85-CC26-55CB498D788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007086" y="1825625"/>
            <a:ext cx="8346714" cy="4351338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r>
              <a:rPr lang="nl-NL" dirty="0"/>
              <a:t>Hier tekstblok van maken</a:t>
            </a:r>
          </a:p>
        </p:txBody>
      </p:sp>
      <p:sp>
        <p:nvSpPr>
          <p:cNvPr id="18" name="Tijdelijke aanduiding voor afbeelding 17">
            <a:extLst>
              <a:ext uri="{FF2B5EF4-FFF2-40B4-BE49-F238E27FC236}">
                <a16:creationId xmlns:a16="http://schemas.microsoft.com/office/drawing/2014/main" id="{2EC20397-C339-4975-0412-4D44B10366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6137"/>
            <a:ext cx="3209949" cy="6864137"/>
          </a:xfrm>
          <a:custGeom>
            <a:avLst/>
            <a:gdLst>
              <a:gd name="connsiteX0" fmla="*/ 441972 w 3648853"/>
              <a:gd name="connsiteY0" fmla="*/ 0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3183 w 3648853"/>
              <a:gd name="connsiteY7" fmla="*/ 0 h 6864136"/>
              <a:gd name="connsiteX8" fmla="*/ 3059596 w 3648853"/>
              <a:gd name="connsiteY8" fmla="*/ 6137 h 6864136"/>
              <a:gd name="connsiteX9" fmla="*/ 3210064 w 3648853"/>
              <a:gd name="connsiteY9" fmla="*/ 6864136 h 6864136"/>
              <a:gd name="connsiteX10" fmla="*/ 0 w 3648853"/>
              <a:gd name="connsiteY10" fmla="*/ 685800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71398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71398 w 3648853"/>
              <a:gd name="connsiteY12" fmla="*/ 0 h 6864136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87999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87999 w 3648853"/>
              <a:gd name="connsiteY12" fmla="*/ 6137 h 6857999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38904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38904 w 3648853"/>
              <a:gd name="connsiteY12" fmla="*/ 6137 h 6857999"/>
              <a:gd name="connsiteX0" fmla="*/ 346735 w 3209949"/>
              <a:gd name="connsiteY0" fmla="*/ 0 h 6857999"/>
              <a:gd name="connsiteX1" fmla="*/ 3059481 w 3209949"/>
              <a:gd name="connsiteY1" fmla="*/ 0 h 6857999"/>
              <a:gd name="connsiteX2" fmla="*/ 3209949 w 3209949"/>
              <a:gd name="connsiteY2" fmla="*/ 6857999 h 6857999"/>
              <a:gd name="connsiteX3" fmla="*/ 2779872 w 3209949"/>
              <a:gd name="connsiteY3" fmla="*/ 6857177 h 6857999"/>
              <a:gd name="connsiteX4" fmla="*/ 2613733 w 3209949"/>
              <a:gd name="connsiteY4" fmla="*/ 6579974 h 6857999"/>
              <a:gd name="connsiteX5" fmla="*/ 2629897 w 3209949"/>
              <a:gd name="connsiteY5" fmla="*/ 0 h 6857999"/>
              <a:gd name="connsiteX6" fmla="*/ 230134 w 3209949"/>
              <a:gd name="connsiteY6" fmla="*/ 7000 h 6857999"/>
              <a:gd name="connsiteX7" fmla="*/ 346735 w 3209949"/>
              <a:gd name="connsiteY7" fmla="*/ 0 h 6857999"/>
              <a:gd name="connsiteX8" fmla="*/ 0 w 3209949"/>
              <a:gd name="connsiteY8" fmla="*/ 6137 h 6857999"/>
              <a:gd name="connsiteX9" fmla="*/ 2620692 w 3209949"/>
              <a:gd name="connsiteY9" fmla="*/ 0 h 6857999"/>
              <a:gd name="connsiteX10" fmla="*/ 2771160 w 3209949"/>
              <a:gd name="connsiteY10" fmla="*/ 6857999 h 6857999"/>
              <a:gd name="connsiteX11" fmla="*/ 2954 w 3209949"/>
              <a:gd name="connsiteY11" fmla="*/ 6845726 h 6857999"/>
              <a:gd name="connsiteX12" fmla="*/ 0 w 3209949"/>
              <a:gd name="connsiteY12" fmla="*/ 6137 h 6857999"/>
              <a:gd name="connsiteX0" fmla="*/ 346735 w 3209949"/>
              <a:gd name="connsiteY0" fmla="*/ 0 h 6864137"/>
              <a:gd name="connsiteX1" fmla="*/ 3059481 w 3209949"/>
              <a:gd name="connsiteY1" fmla="*/ 0 h 6864137"/>
              <a:gd name="connsiteX2" fmla="*/ 3209949 w 3209949"/>
              <a:gd name="connsiteY2" fmla="*/ 6857999 h 6864137"/>
              <a:gd name="connsiteX3" fmla="*/ 2779872 w 3209949"/>
              <a:gd name="connsiteY3" fmla="*/ 6857177 h 6864137"/>
              <a:gd name="connsiteX4" fmla="*/ 2613733 w 3209949"/>
              <a:gd name="connsiteY4" fmla="*/ 6579974 h 6864137"/>
              <a:gd name="connsiteX5" fmla="*/ 2629897 w 3209949"/>
              <a:gd name="connsiteY5" fmla="*/ 0 h 6864137"/>
              <a:gd name="connsiteX6" fmla="*/ 230134 w 3209949"/>
              <a:gd name="connsiteY6" fmla="*/ 7000 h 6864137"/>
              <a:gd name="connsiteX7" fmla="*/ 346735 w 3209949"/>
              <a:gd name="connsiteY7" fmla="*/ 0 h 6864137"/>
              <a:gd name="connsiteX8" fmla="*/ 0 w 3209949"/>
              <a:gd name="connsiteY8" fmla="*/ 6137 h 6864137"/>
              <a:gd name="connsiteX9" fmla="*/ 2620692 w 3209949"/>
              <a:gd name="connsiteY9" fmla="*/ 0 h 6864137"/>
              <a:gd name="connsiteX10" fmla="*/ 2771160 w 3209949"/>
              <a:gd name="connsiteY10" fmla="*/ 6857999 h 6864137"/>
              <a:gd name="connsiteX11" fmla="*/ 2954 w 3209949"/>
              <a:gd name="connsiteY11" fmla="*/ 6864137 h 6864137"/>
              <a:gd name="connsiteX12" fmla="*/ 0 w 3209949"/>
              <a:gd name="connsiteY12" fmla="*/ 6137 h 6864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09949" h="6864137">
                <a:moveTo>
                  <a:pt x="346735" y="0"/>
                </a:moveTo>
                <a:lnTo>
                  <a:pt x="3059481" y="0"/>
                </a:lnTo>
                <a:cubicBezTo>
                  <a:pt x="2367071" y="1144534"/>
                  <a:pt x="1343267" y="3884665"/>
                  <a:pt x="3209949" y="6857999"/>
                </a:cubicBezTo>
                <a:lnTo>
                  <a:pt x="2779872" y="6857177"/>
                </a:lnTo>
                <a:lnTo>
                  <a:pt x="2613733" y="6579974"/>
                </a:lnTo>
                <a:cubicBezTo>
                  <a:pt x="977347" y="3714965"/>
                  <a:pt x="1959125" y="1108768"/>
                  <a:pt x="2629897" y="0"/>
                </a:cubicBezTo>
                <a:lnTo>
                  <a:pt x="230134" y="7000"/>
                </a:lnTo>
                <a:cubicBezTo>
                  <a:pt x="230134" y="6712"/>
                  <a:pt x="346735" y="288"/>
                  <a:pt x="346735" y="0"/>
                </a:cubicBezTo>
                <a:close/>
                <a:moveTo>
                  <a:pt x="0" y="6137"/>
                </a:moveTo>
                <a:lnTo>
                  <a:pt x="2620692" y="0"/>
                </a:lnTo>
                <a:cubicBezTo>
                  <a:pt x="1928282" y="1144534"/>
                  <a:pt x="904478" y="3884665"/>
                  <a:pt x="2771160" y="6857999"/>
                </a:cubicBezTo>
                <a:lnTo>
                  <a:pt x="2954" y="6864137"/>
                </a:lnTo>
                <a:cubicBezTo>
                  <a:pt x="1969" y="4584274"/>
                  <a:pt x="985" y="2286000"/>
                  <a:pt x="0" y="6137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895052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962088-BBD5-6AB5-760D-3688AF28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086" y="365125"/>
            <a:ext cx="8346713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D17FC0D-7DB9-6A85-CC26-55CB498D788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007086" y="1825625"/>
            <a:ext cx="5124323" cy="4351338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r>
              <a:rPr lang="nl-NL" dirty="0"/>
              <a:t>Hier tekstblok van maken</a:t>
            </a:r>
          </a:p>
        </p:txBody>
      </p:sp>
      <p:sp>
        <p:nvSpPr>
          <p:cNvPr id="18" name="Tijdelijke aanduiding voor afbeelding 17">
            <a:extLst>
              <a:ext uri="{FF2B5EF4-FFF2-40B4-BE49-F238E27FC236}">
                <a16:creationId xmlns:a16="http://schemas.microsoft.com/office/drawing/2014/main" id="{2EC20397-C339-4975-0412-4D44B10366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2159" y="1"/>
            <a:ext cx="3209949" cy="6864137"/>
          </a:xfrm>
          <a:custGeom>
            <a:avLst/>
            <a:gdLst>
              <a:gd name="connsiteX0" fmla="*/ 441972 w 3648853"/>
              <a:gd name="connsiteY0" fmla="*/ 0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3183 w 3648853"/>
              <a:gd name="connsiteY7" fmla="*/ 0 h 6864136"/>
              <a:gd name="connsiteX8" fmla="*/ 3059596 w 3648853"/>
              <a:gd name="connsiteY8" fmla="*/ 6137 h 6864136"/>
              <a:gd name="connsiteX9" fmla="*/ 3210064 w 3648853"/>
              <a:gd name="connsiteY9" fmla="*/ 6864136 h 6864136"/>
              <a:gd name="connsiteX10" fmla="*/ 0 w 3648853"/>
              <a:gd name="connsiteY10" fmla="*/ 685800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71398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71398 w 3648853"/>
              <a:gd name="connsiteY12" fmla="*/ 0 h 6864136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87999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87999 w 3648853"/>
              <a:gd name="connsiteY12" fmla="*/ 6137 h 6857999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38904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38904 w 3648853"/>
              <a:gd name="connsiteY12" fmla="*/ 6137 h 6857999"/>
              <a:gd name="connsiteX0" fmla="*/ 346735 w 3209949"/>
              <a:gd name="connsiteY0" fmla="*/ 0 h 6857999"/>
              <a:gd name="connsiteX1" fmla="*/ 3059481 w 3209949"/>
              <a:gd name="connsiteY1" fmla="*/ 0 h 6857999"/>
              <a:gd name="connsiteX2" fmla="*/ 3209949 w 3209949"/>
              <a:gd name="connsiteY2" fmla="*/ 6857999 h 6857999"/>
              <a:gd name="connsiteX3" fmla="*/ 2779872 w 3209949"/>
              <a:gd name="connsiteY3" fmla="*/ 6857177 h 6857999"/>
              <a:gd name="connsiteX4" fmla="*/ 2613733 w 3209949"/>
              <a:gd name="connsiteY4" fmla="*/ 6579974 h 6857999"/>
              <a:gd name="connsiteX5" fmla="*/ 2629897 w 3209949"/>
              <a:gd name="connsiteY5" fmla="*/ 0 h 6857999"/>
              <a:gd name="connsiteX6" fmla="*/ 230134 w 3209949"/>
              <a:gd name="connsiteY6" fmla="*/ 7000 h 6857999"/>
              <a:gd name="connsiteX7" fmla="*/ 346735 w 3209949"/>
              <a:gd name="connsiteY7" fmla="*/ 0 h 6857999"/>
              <a:gd name="connsiteX8" fmla="*/ 0 w 3209949"/>
              <a:gd name="connsiteY8" fmla="*/ 6137 h 6857999"/>
              <a:gd name="connsiteX9" fmla="*/ 2620692 w 3209949"/>
              <a:gd name="connsiteY9" fmla="*/ 0 h 6857999"/>
              <a:gd name="connsiteX10" fmla="*/ 2771160 w 3209949"/>
              <a:gd name="connsiteY10" fmla="*/ 6857999 h 6857999"/>
              <a:gd name="connsiteX11" fmla="*/ 2954 w 3209949"/>
              <a:gd name="connsiteY11" fmla="*/ 6845726 h 6857999"/>
              <a:gd name="connsiteX12" fmla="*/ 0 w 3209949"/>
              <a:gd name="connsiteY12" fmla="*/ 6137 h 6857999"/>
              <a:gd name="connsiteX0" fmla="*/ 346735 w 3209949"/>
              <a:gd name="connsiteY0" fmla="*/ 0 h 6864137"/>
              <a:gd name="connsiteX1" fmla="*/ 3059481 w 3209949"/>
              <a:gd name="connsiteY1" fmla="*/ 0 h 6864137"/>
              <a:gd name="connsiteX2" fmla="*/ 3209949 w 3209949"/>
              <a:gd name="connsiteY2" fmla="*/ 6857999 h 6864137"/>
              <a:gd name="connsiteX3" fmla="*/ 2779872 w 3209949"/>
              <a:gd name="connsiteY3" fmla="*/ 6857177 h 6864137"/>
              <a:gd name="connsiteX4" fmla="*/ 2613733 w 3209949"/>
              <a:gd name="connsiteY4" fmla="*/ 6579974 h 6864137"/>
              <a:gd name="connsiteX5" fmla="*/ 2629897 w 3209949"/>
              <a:gd name="connsiteY5" fmla="*/ 0 h 6864137"/>
              <a:gd name="connsiteX6" fmla="*/ 230134 w 3209949"/>
              <a:gd name="connsiteY6" fmla="*/ 7000 h 6864137"/>
              <a:gd name="connsiteX7" fmla="*/ 346735 w 3209949"/>
              <a:gd name="connsiteY7" fmla="*/ 0 h 6864137"/>
              <a:gd name="connsiteX8" fmla="*/ 0 w 3209949"/>
              <a:gd name="connsiteY8" fmla="*/ 6137 h 6864137"/>
              <a:gd name="connsiteX9" fmla="*/ 2620692 w 3209949"/>
              <a:gd name="connsiteY9" fmla="*/ 0 h 6864137"/>
              <a:gd name="connsiteX10" fmla="*/ 2771160 w 3209949"/>
              <a:gd name="connsiteY10" fmla="*/ 6857999 h 6864137"/>
              <a:gd name="connsiteX11" fmla="*/ 2954 w 3209949"/>
              <a:gd name="connsiteY11" fmla="*/ 6864137 h 6864137"/>
              <a:gd name="connsiteX12" fmla="*/ 0 w 3209949"/>
              <a:gd name="connsiteY12" fmla="*/ 6137 h 6864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09949" h="6864137">
                <a:moveTo>
                  <a:pt x="346735" y="0"/>
                </a:moveTo>
                <a:lnTo>
                  <a:pt x="3059481" y="0"/>
                </a:lnTo>
                <a:cubicBezTo>
                  <a:pt x="2367071" y="1144534"/>
                  <a:pt x="1343267" y="3884665"/>
                  <a:pt x="3209949" y="6857999"/>
                </a:cubicBezTo>
                <a:lnTo>
                  <a:pt x="2779872" y="6857177"/>
                </a:lnTo>
                <a:lnTo>
                  <a:pt x="2613733" y="6579974"/>
                </a:lnTo>
                <a:cubicBezTo>
                  <a:pt x="977347" y="3714965"/>
                  <a:pt x="1959125" y="1108768"/>
                  <a:pt x="2629897" y="0"/>
                </a:cubicBezTo>
                <a:lnTo>
                  <a:pt x="230134" y="7000"/>
                </a:lnTo>
                <a:cubicBezTo>
                  <a:pt x="230134" y="6712"/>
                  <a:pt x="346735" y="288"/>
                  <a:pt x="346735" y="0"/>
                </a:cubicBezTo>
                <a:close/>
                <a:moveTo>
                  <a:pt x="0" y="6137"/>
                </a:moveTo>
                <a:lnTo>
                  <a:pt x="2620692" y="0"/>
                </a:lnTo>
                <a:cubicBezTo>
                  <a:pt x="1928282" y="1144534"/>
                  <a:pt x="904478" y="3884665"/>
                  <a:pt x="2771160" y="6857999"/>
                </a:cubicBezTo>
                <a:lnTo>
                  <a:pt x="2954" y="6864137"/>
                </a:lnTo>
                <a:cubicBezTo>
                  <a:pt x="1969" y="4584274"/>
                  <a:pt x="985" y="2286000"/>
                  <a:pt x="0" y="6137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09019979-6A44-783E-3154-3E8966CE73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99438" y="1825625"/>
            <a:ext cx="3154362" cy="4351338"/>
          </a:xfrm>
          <a:solidFill>
            <a:srgbClr val="BCD2FF">
              <a:alpha val="48956"/>
            </a:srgbClr>
          </a:solidFill>
        </p:spPr>
        <p:txBody>
          <a:bodyPr lIns="216000" tIns="251999" rIns="251999" bIns="251999">
            <a:noAutofit/>
          </a:bodyPr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226795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98838D9D-2D9C-15B3-318A-CD1ECFCB7F5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42516" y="0"/>
            <a:ext cx="4949486" cy="6858000"/>
          </a:xfrm>
          <a:custGeom>
            <a:avLst/>
            <a:gdLst>
              <a:gd name="connsiteX0" fmla="*/ 0 w 4956580"/>
              <a:gd name="connsiteY0" fmla="*/ 0 h 6858000"/>
              <a:gd name="connsiteX1" fmla="*/ 4956580 w 4956580"/>
              <a:gd name="connsiteY1" fmla="*/ 0 h 6858000"/>
              <a:gd name="connsiteX2" fmla="*/ 4956580 w 4956580"/>
              <a:gd name="connsiteY2" fmla="*/ 6858000 h 6858000"/>
              <a:gd name="connsiteX3" fmla="*/ 0 w 4956580"/>
              <a:gd name="connsiteY3" fmla="*/ 6858000 h 6858000"/>
              <a:gd name="connsiteX4" fmla="*/ 0 w 4956580"/>
              <a:gd name="connsiteY4" fmla="*/ 0 h 6858000"/>
              <a:gd name="connsiteX0" fmla="*/ 1000317 w 4956580"/>
              <a:gd name="connsiteY0" fmla="*/ 0 h 6858000"/>
              <a:gd name="connsiteX1" fmla="*/ 4956580 w 4956580"/>
              <a:gd name="connsiteY1" fmla="*/ 0 h 6858000"/>
              <a:gd name="connsiteX2" fmla="*/ 4956580 w 4956580"/>
              <a:gd name="connsiteY2" fmla="*/ 6858000 h 6858000"/>
              <a:gd name="connsiteX3" fmla="*/ 0 w 4956580"/>
              <a:gd name="connsiteY3" fmla="*/ 6858000 h 6858000"/>
              <a:gd name="connsiteX4" fmla="*/ 1000317 w 4956580"/>
              <a:gd name="connsiteY4" fmla="*/ 0 h 6858000"/>
              <a:gd name="connsiteX0" fmla="*/ 0 w 3956263"/>
              <a:gd name="connsiteY0" fmla="*/ 0 h 6858000"/>
              <a:gd name="connsiteX1" fmla="*/ 3956263 w 3956263"/>
              <a:gd name="connsiteY1" fmla="*/ 0 h 6858000"/>
              <a:gd name="connsiteX2" fmla="*/ 3956263 w 3956263"/>
              <a:gd name="connsiteY2" fmla="*/ 6858000 h 6858000"/>
              <a:gd name="connsiteX3" fmla="*/ 49095 w 3956263"/>
              <a:gd name="connsiteY3" fmla="*/ 6858000 h 6858000"/>
              <a:gd name="connsiteX4" fmla="*/ 0 w 3956263"/>
              <a:gd name="connsiteY4" fmla="*/ 0 h 6858000"/>
              <a:gd name="connsiteX0" fmla="*/ 935630 w 4891893"/>
              <a:gd name="connsiteY0" fmla="*/ 0 h 6858000"/>
              <a:gd name="connsiteX1" fmla="*/ 4891893 w 4891893"/>
              <a:gd name="connsiteY1" fmla="*/ 0 h 6858000"/>
              <a:gd name="connsiteX2" fmla="*/ 4891893 w 4891893"/>
              <a:gd name="connsiteY2" fmla="*/ 6858000 h 6858000"/>
              <a:gd name="connsiteX3" fmla="*/ 984725 w 4891893"/>
              <a:gd name="connsiteY3" fmla="*/ 6858000 h 6858000"/>
              <a:gd name="connsiteX4" fmla="*/ 935630 w 4891893"/>
              <a:gd name="connsiteY4" fmla="*/ 0 h 6858000"/>
              <a:gd name="connsiteX0" fmla="*/ 1187030 w 5143293"/>
              <a:gd name="connsiteY0" fmla="*/ 0 h 6858000"/>
              <a:gd name="connsiteX1" fmla="*/ 5143293 w 5143293"/>
              <a:gd name="connsiteY1" fmla="*/ 0 h 6858000"/>
              <a:gd name="connsiteX2" fmla="*/ 5143293 w 5143293"/>
              <a:gd name="connsiteY2" fmla="*/ 6858000 h 6858000"/>
              <a:gd name="connsiteX3" fmla="*/ 1236125 w 5143293"/>
              <a:gd name="connsiteY3" fmla="*/ 6858000 h 6858000"/>
              <a:gd name="connsiteX4" fmla="*/ 1187030 w 5143293"/>
              <a:gd name="connsiteY4" fmla="*/ 0 h 6858000"/>
              <a:gd name="connsiteX0" fmla="*/ 993223 w 4949486"/>
              <a:gd name="connsiteY0" fmla="*/ 0 h 6858000"/>
              <a:gd name="connsiteX1" fmla="*/ 4949486 w 4949486"/>
              <a:gd name="connsiteY1" fmla="*/ 0 h 6858000"/>
              <a:gd name="connsiteX2" fmla="*/ 4949486 w 4949486"/>
              <a:gd name="connsiteY2" fmla="*/ 6858000 h 6858000"/>
              <a:gd name="connsiteX3" fmla="*/ 1042318 w 4949486"/>
              <a:gd name="connsiteY3" fmla="*/ 6858000 h 6858000"/>
              <a:gd name="connsiteX4" fmla="*/ 993223 w 4949486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49486" h="6858000">
                <a:moveTo>
                  <a:pt x="993223" y="0"/>
                </a:moveTo>
                <a:lnTo>
                  <a:pt x="4949486" y="0"/>
                </a:lnTo>
                <a:lnTo>
                  <a:pt x="4949486" y="6858000"/>
                </a:lnTo>
                <a:lnTo>
                  <a:pt x="1042318" y="6858000"/>
                </a:lnTo>
                <a:cubicBezTo>
                  <a:pt x="-692383" y="4166963"/>
                  <a:pt x="58367" y="1635488"/>
                  <a:pt x="993223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F962088-BBD5-6AB5-760D-3688AF28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592" y="365125"/>
            <a:ext cx="5928256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D17FC0D-7DB9-6A85-CC26-55CB498D788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12591" y="1825625"/>
            <a:ext cx="5928257" cy="4351338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r>
              <a:rPr lang="nl-NL" dirty="0"/>
              <a:t>Hier tekstblok van maken</a:t>
            </a:r>
          </a:p>
        </p:txBody>
      </p:sp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03059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962088-BBD5-6AB5-760D-3688AF28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592" y="365125"/>
            <a:ext cx="10341208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291EDE7-7C3B-A663-266A-1499CE12F7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12591" y="1825625"/>
            <a:ext cx="10341208" cy="4351338"/>
          </a:xfrm>
        </p:spPr>
        <p:txBody>
          <a:bodyPr/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6828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-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962088-BBD5-6AB5-760D-3688AF2836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12592" y="365125"/>
            <a:ext cx="10341208" cy="1325563"/>
          </a:xfrm>
        </p:spPr>
        <p:txBody>
          <a:bodyPr/>
          <a:lstStyle>
            <a:lvl1pPr>
              <a:defRPr b="1" i="0">
                <a:latin typeface="Merriweather" pitchFamily="2" charset="77"/>
              </a:defRPr>
            </a:lvl1pPr>
          </a:lstStyle>
          <a:p>
            <a:r>
              <a:rPr lang="nl-NL" dirty="0"/>
              <a:t>Video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7B6DB267-AABE-0225-A758-99F1B4073528}"/>
              </a:ext>
            </a:extLst>
          </p:cNvPr>
          <p:cNvSpPr txBox="1"/>
          <p:nvPr userDrawn="1"/>
        </p:nvSpPr>
        <p:spPr>
          <a:xfrm>
            <a:off x="1012592" y="1905000"/>
            <a:ext cx="1034120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b="0" i="0" kern="1200" dirty="0">
                <a:solidFill>
                  <a:srgbClr val="001158"/>
                </a:solidFill>
                <a:latin typeface="Merriweather" pitchFamily="2" charset="77"/>
                <a:ea typeface="+mn-ea"/>
                <a:cs typeface="+mn-cs"/>
              </a:rPr>
              <a:t>Kies het </a:t>
            </a:r>
            <a:r>
              <a:rPr lang="nl-NL" sz="2000" b="0" i="1" kern="1200" dirty="0">
                <a:solidFill>
                  <a:srgbClr val="001158"/>
                </a:solidFill>
                <a:latin typeface="Merriweather" pitchFamily="2" charset="77"/>
                <a:ea typeface="+mn-ea"/>
                <a:cs typeface="+mn-cs"/>
              </a:rPr>
              <a:t>Invoegen &gt; Media &gt;  Video</a:t>
            </a:r>
            <a:r>
              <a:rPr lang="nl-NL" sz="2000" b="0" i="0" kern="1200" dirty="0">
                <a:solidFill>
                  <a:srgbClr val="001158"/>
                </a:solidFill>
                <a:latin typeface="Merriweather" pitchFamily="2" charset="77"/>
                <a:ea typeface="+mn-ea"/>
                <a:cs typeface="+mn-cs"/>
              </a:rPr>
              <a:t> in het menu.</a:t>
            </a:r>
            <a:br>
              <a:rPr lang="nl-NL" sz="2000" b="0" i="0" kern="1200" dirty="0">
                <a:solidFill>
                  <a:srgbClr val="001158"/>
                </a:solidFill>
                <a:latin typeface="Merriweather" pitchFamily="2" charset="77"/>
                <a:ea typeface="+mn-ea"/>
                <a:cs typeface="+mn-cs"/>
              </a:rPr>
            </a:br>
            <a:endParaRPr lang="nl-NL" sz="2000" b="0" i="0" kern="1200" dirty="0">
              <a:solidFill>
                <a:srgbClr val="001158"/>
              </a:solidFill>
              <a:latin typeface="Merriweather" pitchFamily="2" charset="77"/>
              <a:ea typeface="+mn-ea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000" b="0" i="0" kern="1200" dirty="0">
                <a:solidFill>
                  <a:srgbClr val="001158"/>
                </a:solidFill>
                <a:latin typeface="Merriweather" pitchFamily="2" charset="77"/>
                <a:ea typeface="+mn-ea"/>
                <a:cs typeface="+mn-cs"/>
              </a:rPr>
              <a:t>Klik op </a:t>
            </a:r>
            <a:r>
              <a:rPr lang="nl-NL" sz="2000" b="0" i="1" kern="1200" dirty="0">
                <a:solidFill>
                  <a:srgbClr val="001158"/>
                </a:solidFill>
                <a:latin typeface="Merriweather" pitchFamily="2" charset="77"/>
                <a:ea typeface="+mn-ea"/>
                <a:cs typeface="+mn-cs"/>
              </a:rPr>
              <a:t>Dit apparaat…</a:t>
            </a:r>
            <a:r>
              <a:rPr lang="nl-NL" sz="2000" b="0" i="0" kern="1200" dirty="0">
                <a:solidFill>
                  <a:srgbClr val="001158"/>
                </a:solidFill>
                <a:latin typeface="Merriweather" pitchFamily="2" charset="77"/>
                <a:ea typeface="+mn-ea"/>
                <a:cs typeface="+mn-cs"/>
              </a:rPr>
              <a:t> als je een video wilt gebruiken die op je eigen computer staat en selecteer het bestand.</a:t>
            </a:r>
            <a:br>
              <a:rPr lang="nl-NL" sz="2000" b="0" i="0" kern="1200" dirty="0">
                <a:solidFill>
                  <a:srgbClr val="001158"/>
                </a:solidFill>
                <a:latin typeface="Merriweather" pitchFamily="2" charset="77"/>
                <a:ea typeface="+mn-ea"/>
                <a:cs typeface="+mn-cs"/>
              </a:rPr>
            </a:br>
            <a:endParaRPr lang="nl-NL" sz="2000" b="0" i="0" kern="1200" dirty="0">
              <a:solidFill>
                <a:srgbClr val="001158"/>
              </a:solidFill>
              <a:latin typeface="Merriweather" pitchFamily="2" charset="77"/>
              <a:ea typeface="+mn-ea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000" b="0" i="0" kern="1200" dirty="0">
                <a:solidFill>
                  <a:srgbClr val="001158"/>
                </a:solidFill>
                <a:latin typeface="Merriweather" pitchFamily="2" charset="77"/>
                <a:ea typeface="+mn-ea"/>
                <a:cs typeface="+mn-cs"/>
              </a:rPr>
              <a:t>Klik op </a:t>
            </a:r>
            <a:r>
              <a:rPr lang="nl-NL" sz="2000" b="0" i="1" kern="1200" dirty="0">
                <a:solidFill>
                  <a:srgbClr val="001158"/>
                </a:solidFill>
                <a:latin typeface="Merriweather" pitchFamily="2" charset="77"/>
                <a:ea typeface="+mn-ea"/>
                <a:cs typeface="+mn-cs"/>
              </a:rPr>
              <a:t>Onlinevideo’s…</a:t>
            </a:r>
            <a:r>
              <a:rPr lang="nl-NL" sz="2000" b="0" i="0" kern="1200" dirty="0">
                <a:solidFill>
                  <a:srgbClr val="001158"/>
                </a:solidFill>
                <a:latin typeface="Merriweather" pitchFamily="2" charset="77"/>
                <a:ea typeface="+mn-ea"/>
                <a:cs typeface="+mn-cs"/>
              </a:rPr>
              <a:t> als je een video wilt tonen die op een online videoplatform staat en vul het adres in.</a:t>
            </a:r>
            <a:endParaRPr lang="en-US" sz="2000" b="0" i="0" kern="1200" dirty="0">
              <a:solidFill>
                <a:srgbClr val="001158"/>
              </a:solidFill>
              <a:latin typeface="Merriweather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15352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534D4203-3468-03E9-7CA8-FE05BD7C5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1EF2FECF-B4C3-CFF7-B2FE-C68ACD0D5E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endParaRPr lang="nl-NL" dirty="0"/>
          </a:p>
        </p:txBody>
      </p:sp>
      <p:sp>
        <p:nvSpPr>
          <p:cNvPr id="8" name="Tijdelijke aanduiding voor inhoud 3">
            <a:extLst>
              <a:ext uri="{FF2B5EF4-FFF2-40B4-BE49-F238E27FC236}">
                <a16:creationId xmlns:a16="http://schemas.microsoft.com/office/drawing/2014/main" id="{028922F3-5308-9A78-B4BE-A31693112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964883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08">
    <p:bg>
      <p:bgPr>
        <a:solidFill>
          <a:srgbClr val="BCD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2A48E6AE-6CD5-F62F-E4C0-785FB492549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6209" y="0"/>
            <a:ext cx="5845791" cy="3429000"/>
          </a:xfrm>
        </p:spPr>
        <p:txBody>
          <a:bodyPr/>
          <a:lstStyle/>
          <a:p>
            <a:endParaRPr lang="nl-NL"/>
          </a:p>
        </p:txBody>
      </p:sp>
      <p:sp>
        <p:nvSpPr>
          <p:cNvPr id="12" name="Tijdelijke aanduiding voor afbeelding 10">
            <a:extLst>
              <a:ext uri="{FF2B5EF4-FFF2-40B4-BE49-F238E27FC236}">
                <a16:creationId xmlns:a16="http://schemas.microsoft.com/office/drawing/2014/main" id="{67C05B3D-92B5-8EC3-9C00-7E2410A3D8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46209" y="3429000"/>
            <a:ext cx="5845791" cy="3429000"/>
          </a:xfrm>
        </p:spPr>
        <p:txBody>
          <a:bodyPr/>
          <a:lstStyle/>
          <a:p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F962088-BBD5-6AB5-760D-3688AF28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592" y="365125"/>
            <a:ext cx="5083408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D17FC0D-7DB9-6A85-CC26-55CB498D7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591" y="1825625"/>
            <a:ext cx="5083409" cy="4351338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831020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09">
    <p:bg>
      <p:bgPr>
        <a:solidFill>
          <a:srgbClr val="001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10">
            <a:extLst>
              <a:ext uri="{FF2B5EF4-FFF2-40B4-BE49-F238E27FC236}">
                <a16:creationId xmlns:a16="http://schemas.microsoft.com/office/drawing/2014/main" id="{F4A17952-3FAC-48DC-E887-1257351E8E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6209" y="0"/>
            <a:ext cx="5845791" cy="3429000"/>
          </a:xfrm>
        </p:spPr>
        <p:txBody>
          <a:bodyPr/>
          <a:lstStyle/>
          <a:p>
            <a:endParaRPr lang="nl-NL"/>
          </a:p>
        </p:txBody>
      </p:sp>
      <p:sp>
        <p:nvSpPr>
          <p:cNvPr id="7" name="Tijdelijke aanduiding voor afbeelding 10">
            <a:extLst>
              <a:ext uri="{FF2B5EF4-FFF2-40B4-BE49-F238E27FC236}">
                <a16:creationId xmlns:a16="http://schemas.microsoft.com/office/drawing/2014/main" id="{8E8A60DD-62F1-EBFE-2087-2CDEB9C02A0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46208" y="2755900"/>
            <a:ext cx="5845791" cy="3429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6DA3A380-204F-344C-5AFC-389EA8E0C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592" y="365125"/>
            <a:ext cx="5083408" cy="1325563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F4A0DDD0-33B8-851D-5BC9-3DE1D73C6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591" y="1825625"/>
            <a:ext cx="5083409" cy="435133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Merriweather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Merriweather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Merriweather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Merriweather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Merriweather" pitchFamily="2" charset="77"/>
              </a:defRPr>
            </a:lvl5pPr>
          </a:lstStyle>
          <a:p>
            <a:pPr lvl="0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784217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afbeelding 10">
            <a:extLst>
              <a:ext uri="{FF2B5EF4-FFF2-40B4-BE49-F238E27FC236}">
                <a16:creationId xmlns:a16="http://schemas.microsoft.com/office/drawing/2014/main" id="{F7BDAB06-3E9E-DFCF-FC9C-F8ED0636007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2591" y="3915367"/>
            <a:ext cx="3265982" cy="21767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BB1235EC-A615-0060-E37C-270414BD4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592" y="365125"/>
            <a:ext cx="10858686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A3630B0C-D7B5-B04F-3CAD-05E82470B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591" y="1825625"/>
            <a:ext cx="10858687" cy="1954805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endParaRPr lang="nl-NL" dirty="0"/>
          </a:p>
        </p:txBody>
      </p:sp>
      <p:sp>
        <p:nvSpPr>
          <p:cNvPr id="7" name="Tijdelijke aanduiding voor afbeelding 10">
            <a:extLst>
              <a:ext uri="{FF2B5EF4-FFF2-40B4-BE49-F238E27FC236}">
                <a16:creationId xmlns:a16="http://schemas.microsoft.com/office/drawing/2014/main" id="{61835565-A9E6-954C-EA35-78C6DECAE3D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810081" y="3915367"/>
            <a:ext cx="3265982" cy="2176700"/>
          </a:xfrm>
        </p:spPr>
        <p:txBody>
          <a:bodyPr/>
          <a:lstStyle/>
          <a:p>
            <a:endParaRPr lang="nl-NL"/>
          </a:p>
        </p:txBody>
      </p:sp>
      <p:sp>
        <p:nvSpPr>
          <p:cNvPr id="10" name="Tijdelijke aanduiding voor afbeelding 10">
            <a:extLst>
              <a:ext uri="{FF2B5EF4-FFF2-40B4-BE49-F238E27FC236}">
                <a16:creationId xmlns:a16="http://schemas.microsoft.com/office/drawing/2014/main" id="{60EE0D81-3C5C-9919-0B8C-0616CB5E583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607570" y="3915367"/>
            <a:ext cx="3265982" cy="2176700"/>
          </a:xfrm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35156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10">
            <a:extLst>
              <a:ext uri="{FF2B5EF4-FFF2-40B4-BE49-F238E27FC236}">
                <a16:creationId xmlns:a16="http://schemas.microsoft.com/office/drawing/2014/main" id="{857F7FE0-63AB-A854-BA9D-0116B55634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75279" y="365125"/>
            <a:ext cx="6096000" cy="4012442"/>
          </a:xfrm>
        </p:spPr>
        <p:txBody>
          <a:bodyPr/>
          <a:lstStyle/>
          <a:p>
            <a:endParaRPr lang="nl-NL"/>
          </a:p>
        </p:txBody>
      </p:sp>
      <p:sp>
        <p:nvSpPr>
          <p:cNvPr id="2" name="Tijdelijke aanduiding voor afbeelding 10">
            <a:extLst>
              <a:ext uri="{FF2B5EF4-FFF2-40B4-BE49-F238E27FC236}">
                <a16:creationId xmlns:a16="http://schemas.microsoft.com/office/drawing/2014/main" id="{F7BDAB06-3E9E-DFCF-FC9C-F8ED0636007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15452" y="3166281"/>
            <a:ext cx="3848668" cy="2925786"/>
          </a:xfrm>
        </p:spPr>
        <p:txBody>
          <a:bodyPr/>
          <a:lstStyle/>
          <a:p>
            <a:endParaRPr lang="nl-NL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BB1235EC-A615-0060-E37C-270414BD4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592" y="365125"/>
            <a:ext cx="4507928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A3630B0C-D7B5-B04F-3CAD-05E82470B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592" y="1825625"/>
            <a:ext cx="4507928" cy="4351338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982406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10">
            <a:extLst>
              <a:ext uri="{FF2B5EF4-FFF2-40B4-BE49-F238E27FC236}">
                <a16:creationId xmlns:a16="http://schemas.microsoft.com/office/drawing/2014/main" id="{857F7FE0-63AB-A854-BA9D-0116B55634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6209" y="0"/>
            <a:ext cx="5845791" cy="3429000"/>
          </a:xfrm>
        </p:spPr>
        <p:txBody>
          <a:bodyPr/>
          <a:lstStyle/>
          <a:p>
            <a:endParaRPr lang="nl-NL"/>
          </a:p>
        </p:txBody>
      </p:sp>
      <p:sp>
        <p:nvSpPr>
          <p:cNvPr id="7" name="Tijdelijke aanduiding voor afbeelding 10">
            <a:extLst>
              <a:ext uri="{FF2B5EF4-FFF2-40B4-BE49-F238E27FC236}">
                <a16:creationId xmlns:a16="http://schemas.microsoft.com/office/drawing/2014/main" id="{9211A429-036F-1729-8B5F-287CCD504E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46209" y="3429000"/>
            <a:ext cx="2927445" cy="3429000"/>
          </a:xfrm>
        </p:spPr>
        <p:txBody>
          <a:bodyPr/>
          <a:lstStyle/>
          <a:p>
            <a:endParaRPr lang="nl-NL"/>
          </a:p>
        </p:txBody>
      </p:sp>
      <p:sp>
        <p:nvSpPr>
          <p:cNvPr id="2" name="Tijdelijke aanduiding voor afbeelding 10">
            <a:extLst>
              <a:ext uri="{FF2B5EF4-FFF2-40B4-BE49-F238E27FC236}">
                <a16:creationId xmlns:a16="http://schemas.microsoft.com/office/drawing/2014/main" id="{F7BDAB06-3E9E-DFCF-FC9C-F8ED0636007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80477" y="3429000"/>
            <a:ext cx="2927445" cy="3429000"/>
          </a:xfrm>
        </p:spPr>
        <p:txBody>
          <a:bodyPr/>
          <a:lstStyle/>
          <a:p>
            <a:endParaRPr lang="nl-NL"/>
          </a:p>
        </p:txBody>
      </p:sp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BB1235EC-A615-0060-E37C-270414BD4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592" y="365125"/>
            <a:ext cx="5083408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A3630B0C-D7B5-B04F-3CAD-05E82470B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591" y="1825625"/>
            <a:ext cx="5083409" cy="4351338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40750672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10">
            <a:extLst>
              <a:ext uri="{FF2B5EF4-FFF2-40B4-BE49-F238E27FC236}">
                <a16:creationId xmlns:a16="http://schemas.microsoft.com/office/drawing/2014/main" id="{857F7FE0-63AB-A854-BA9D-0116B55634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98909" y="0"/>
            <a:ext cx="6693091" cy="3429000"/>
          </a:xfrm>
        </p:spPr>
        <p:txBody>
          <a:bodyPr/>
          <a:lstStyle/>
          <a:p>
            <a:endParaRPr lang="nl-NL"/>
          </a:p>
        </p:txBody>
      </p:sp>
      <p:sp>
        <p:nvSpPr>
          <p:cNvPr id="7" name="Tijdelijke aanduiding voor afbeelding 10">
            <a:extLst>
              <a:ext uri="{FF2B5EF4-FFF2-40B4-BE49-F238E27FC236}">
                <a16:creationId xmlns:a16="http://schemas.microsoft.com/office/drawing/2014/main" id="{9211A429-036F-1729-8B5F-287CCD504E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98909" y="3428999"/>
            <a:ext cx="3303897" cy="3429000"/>
          </a:xfrm>
        </p:spPr>
        <p:txBody>
          <a:bodyPr/>
          <a:lstStyle/>
          <a:p>
            <a:endParaRPr lang="nl-NL"/>
          </a:p>
        </p:txBody>
      </p:sp>
      <p:sp>
        <p:nvSpPr>
          <p:cNvPr id="2" name="Tijdelijke aanduiding voor afbeelding 10">
            <a:extLst>
              <a:ext uri="{FF2B5EF4-FFF2-40B4-BE49-F238E27FC236}">
                <a16:creationId xmlns:a16="http://schemas.microsoft.com/office/drawing/2014/main" id="{F7BDAB06-3E9E-DFCF-FC9C-F8ED0636007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802807" y="3429000"/>
            <a:ext cx="3405116" cy="3429000"/>
          </a:xfrm>
        </p:spPr>
        <p:txBody>
          <a:bodyPr/>
          <a:lstStyle/>
          <a:p>
            <a:endParaRPr lang="nl-NL"/>
          </a:p>
        </p:txBody>
      </p:sp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3" name="Tijdelijke aanduiding voor afbeelding 10">
            <a:extLst>
              <a:ext uri="{FF2B5EF4-FFF2-40B4-BE49-F238E27FC236}">
                <a16:creationId xmlns:a16="http://schemas.microsoft.com/office/drawing/2014/main" id="{1C5BF80F-4465-4B14-06B3-D47249486DA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5492085" cy="6857999"/>
          </a:xfrm>
        </p:spPr>
        <p:txBody>
          <a:bodyPr/>
          <a:lstStyle/>
          <a:p>
            <a:endParaRPr lang="nl-NL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BB1235EC-A615-0060-E37C-270414BD4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12" y="4455994"/>
            <a:ext cx="4316858" cy="1840813"/>
          </a:xfrm>
          <a:solidFill>
            <a:srgbClr val="001158"/>
          </a:solidFill>
        </p:spPr>
        <p:txBody>
          <a:bodyPr lIns="324000"/>
          <a:lstStyle>
            <a:lvl1pPr>
              <a:defRPr b="0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6827559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1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3" name="Tijdelijke aanduiding voor afbeelding 10">
            <a:extLst>
              <a:ext uri="{FF2B5EF4-FFF2-40B4-BE49-F238E27FC236}">
                <a16:creationId xmlns:a16="http://schemas.microsoft.com/office/drawing/2014/main" id="{1C5BF80F-4465-4B14-06B3-D47249486DA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12191999" cy="6857999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BB1235EC-A615-0060-E37C-270414BD4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12" y="4455994"/>
            <a:ext cx="4316858" cy="1840813"/>
          </a:xfrm>
          <a:solidFill>
            <a:srgbClr val="001158"/>
          </a:solidFill>
        </p:spPr>
        <p:txBody>
          <a:bodyPr lIns="324000"/>
          <a:lstStyle>
            <a:lvl1pPr>
              <a:defRPr b="0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8106160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oelenboe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962088-BBD5-6AB5-760D-3688AF28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592" y="365125"/>
            <a:ext cx="10341208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D17FC0D-7DB9-6A85-CC26-55CB498D7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591" y="1825625"/>
            <a:ext cx="10341209" cy="1013109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endParaRPr lang="nl-NL" dirty="0"/>
          </a:p>
        </p:txBody>
      </p:sp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F6AE0A73-380C-1B8D-3CEF-D6613C869C3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2825" y="3049588"/>
            <a:ext cx="1812262" cy="2191152"/>
          </a:xfr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7E32EF97-8820-5985-CB92-7052FF65B82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012592" y="5394515"/>
            <a:ext cx="1812262" cy="1013109"/>
          </a:xfrm>
        </p:spPr>
        <p:txBody>
          <a:bodyPr/>
          <a:lstStyle>
            <a:lvl1pPr marL="0" indent="0">
              <a:buNone/>
              <a:defRPr sz="900" b="0" i="0">
                <a:latin typeface="Merriweather" pitchFamily="2" charset="77"/>
              </a:defRPr>
            </a:lvl1pPr>
            <a:lvl2pPr marL="457200" indent="0">
              <a:buNone/>
              <a:defRPr sz="800" b="0" i="0">
                <a:latin typeface="Merriweather" pitchFamily="2" charset="77"/>
              </a:defRPr>
            </a:lvl2pPr>
            <a:lvl3pPr marL="914400" indent="0">
              <a:buNone/>
              <a:defRPr sz="700" b="0" i="0">
                <a:latin typeface="Merriweather" pitchFamily="2" charset="77"/>
              </a:defRPr>
            </a:lvl3pPr>
            <a:lvl4pPr marL="1371600" indent="0">
              <a:buNone/>
              <a:defRPr sz="600" b="0" i="0">
                <a:latin typeface="Merriweather" pitchFamily="2" charset="77"/>
              </a:defRPr>
            </a:lvl4pPr>
            <a:lvl5pPr marL="1828800" indent="0">
              <a:buNone/>
              <a:defRPr sz="600" b="0" i="0">
                <a:latin typeface="Merriweather" pitchFamily="2" charset="77"/>
              </a:defRPr>
            </a:lvl5pPr>
          </a:lstStyle>
          <a:p>
            <a:pPr lvl="0"/>
            <a:endParaRPr lang="nl-NL" dirty="0"/>
          </a:p>
        </p:txBody>
      </p:sp>
      <p:sp>
        <p:nvSpPr>
          <p:cNvPr id="11" name="Tijdelijke aanduiding voor afbeelding 8">
            <a:extLst>
              <a:ext uri="{FF2B5EF4-FFF2-40B4-BE49-F238E27FC236}">
                <a16:creationId xmlns:a16="http://schemas.microsoft.com/office/drawing/2014/main" id="{8EB5FB60-14D3-EFF5-4C47-19FD919C37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162350" y="3049588"/>
            <a:ext cx="1812262" cy="2191152"/>
          </a:xfr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881D2310-90DF-7BB1-D578-CFEF0F5C8EC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162117" y="5394515"/>
            <a:ext cx="1812262" cy="1013109"/>
          </a:xfrm>
        </p:spPr>
        <p:txBody>
          <a:bodyPr/>
          <a:lstStyle>
            <a:lvl1pPr marL="0" indent="0">
              <a:buNone/>
              <a:defRPr sz="900" b="0" i="0">
                <a:latin typeface="Merriweather" pitchFamily="2" charset="77"/>
              </a:defRPr>
            </a:lvl1pPr>
            <a:lvl2pPr marL="457200" indent="0">
              <a:buNone/>
              <a:defRPr sz="800" b="0" i="0">
                <a:latin typeface="Merriweather" pitchFamily="2" charset="77"/>
              </a:defRPr>
            </a:lvl2pPr>
            <a:lvl3pPr marL="914400" indent="0">
              <a:buNone/>
              <a:defRPr sz="700" b="0" i="0">
                <a:latin typeface="Merriweather" pitchFamily="2" charset="77"/>
              </a:defRPr>
            </a:lvl3pPr>
            <a:lvl4pPr marL="1371600" indent="0">
              <a:buNone/>
              <a:defRPr sz="600" b="0" i="0">
                <a:latin typeface="Merriweather" pitchFamily="2" charset="77"/>
              </a:defRPr>
            </a:lvl4pPr>
            <a:lvl5pPr marL="1828800" indent="0">
              <a:buNone/>
              <a:defRPr sz="600" b="0" i="0">
                <a:latin typeface="Merriweather" pitchFamily="2" charset="77"/>
              </a:defRPr>
            </a:lvl5pPr>
          </a:lstStyle>
          <a:p>
            <a:pPr lvl="0"/>
            <a:endParaRPr lang="nl-NL" dirty="0"/>
          </a:p>
        </p:txBody>
      </p:sp>
      <p:sp>
        <p:nvSpPr>
          <p:cNvPr id="13" name="Tijdelijke aanduiding voor afbeelding 8">
            <a:extLst>
              <a:ext uri="{FF2B5EF4-FFF2-40B4-BE49-F238E27FC236}">
                <a16:creationId xmlns:a16="http://schemas.microsoft.com/office/drawing/2014/main" id="{61D2B422-3E4E-776F-FFE9-45F0FB0002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305049" y="3049588"/>
            <a:ext cx="1812262" cy="2191152"/>
          </a:xfr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6AA74CF0-F98A-3CEB-EC1B-954CE770C4E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5304816" y="5394515"/>
            <a:ext cx="1812262" cy="1013109"/>
          </a:xfrm>
        </p:spPr>
        <p:txBody>
          <a:bodyPr/>
          <a:lstStyle>
            <a:lvl1pPr marL="0" indent="0">
              <a:buNone/>
              <a:defRPr sz="900" b="0" i="0">
                <a:latin typeface="Merriweather" pitchFamily="2" charset="77"/>
              </a:defRPr>
            </a:lvl1pPr>
            <a:lvl2pPr marL="457200" indent="0">
              <a:buNone/>
              <a:defRPr sz="800" b="0" i="0">
                <a:latin typeface="Merriweather" pitchFamily="2" charset="77"/>
              </a:defRPr>
            </a:lvl2pPr>
            <a:lvl3pPr marL="914400" indent="0">
              <a:buNone/>
              <a:defRPr sz="700" b="0" i="0">
                <a:latin typeface="Merriweather" pitchFamily="2" charset="77"/>
              </a:defRPr>
            </a:lvl3pPr>
            <a:lvl4pPr marL="1371600" indent="0">
              <a:buNone/>
              <a:defRPr sz="600" b="0" i="0">
                <a:latin typeface="Merriweather" pitchFamily="2" charset="77"/>
              </a:defRPr>
            </a:lvl4pPr>
            <a:lvl5pPr marL="1828800" indent="0">
              <a:buNone/>
              <a:defRPr sz="600" b="0" i="0">
                <a:latin typeface="Merriweather" pitchFamily="2" charset="77"/>
              </a:defRPr>
            </a:lvl5pPr>
          </a:lstStyle>
          <a:p>
            <a:pPr lvl="0"/>
            <a:endParaRPr lang="nl-NL" dirty="0"/>
          </a:p>
        </p:txBody>
      </p:sp>
      <p:sp>
        <p:nvSpPr>
          <p:cNvPr id="15" name="Tijdelijke aanduiding voor afbeelding 8">
            <a:extLst>
              <a:ext uri="{FF2B5EF4-FFF2-40B4-BE49-F238E27FC236}">
                <a16:creationId xmlns:a16="http://schemas.microsoft.com/office/drawing/2014/main" id="{4601F334-92E3-372C-6493-E67C385F4E6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427273" y="3049588"/>
            <a:ext cx="1812262" cy="2191152"/>
          </a:xfr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6" name="Tijdelijke aanduiding voor inhoud 2">
            <a:extLst>
              <a:ext uri="{FF2B5EF4-FFF2-40B4-BE49-F238E27FC236}">
                <a16:creationId xmlns:a16="http://schemas.microsoft.com/office/drawing/2014/main" id="{18EADB28-CB7E-9CBE-DBCE-6BD7871B3619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7427040" y="5394515"/>
            <a:ext cx="1812262" cy="1013109"/>
          </a:xfrm>
        </p:spPr>
        <p:txBody>
          <a:bodyPr/>
          <a:lstStyle>
            <a:lvl1pPr marL="0" indent="0">
              <a:buNone/>
              <a:defRPr sz="900" b="0" i="0">
                <a:latin typeface="Merriweather" pitchFamily="2" charset="77"/>
              </a:defRPr>
            </a:lvl1pPr>
            <a:lvl2pPr marL="457200" indent="0">
              <a:buNone/>
              <a:defRPr sz="800" b="0" i="0">
                <a:latin typeface="Merriweather" pitchFamily="2" charset="77"/>
              </a:defRPr>
            </a:lvl2pPr>
            <a:lvl3pPr marL="914400" indent="0">
              <a:buNone/>
              <a:defRPr sz="700" b="0" i="0">
                <a:latin typeface="Merriweather" pitchFamily="2" charset="77"/>
              </a:defRPr>
            </a:lvl3pPr>
            <a:lvl4pPr marL="1371600" indent="0">
              <a:buNone/>
              <a:defRPr sz="600" b="0" i="0">
                <a:latin typeface="Merriweather" pitchFamily="2" charset="77"/>
              </a:defRPr>
            </a:lvl4pPr>
            <a:lvl5pPr marL="1828800" indent="0">
              <a:buNone/>
              <a:defRPr sz="600" b="0" i="0">
                <a:latin typeface="Merriweather" pitchFamily="2" charset="77"/>
              </a:defRPr>
            </a:lvl5pPr>
          </a:lstStyle>
          <a:p>
            <a:pPr lvl="0"/>
            <a:endParaRPr lang="nl-NL" dirty="0"/>
          </a:p>
        </p:txBody>
      </p:sp>
      <p:sp>
        <p:nvSpPr>
          <p:cNvPr id="17" name="Tijdelijke aanduiding voor afbeelding 8">
            <a:extLst>
              <a:ext uri="{FF2B5EF4-FFF2-40B4-BE49-F238E27FC236}">
                <a16:creationId xmlns:a16="http://schemas.microsoft.com/office/drawing/2014/main" id="{F91E3DBE-14E8-E017-7A1C-85F43E81568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549500" y="3049588"/>
            <a:ext cx="1812262" cy="2191152"/>
          </a:xfr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8" name="Tijdelijke aanduiding voor inhoud 2">
            <a:extLst>
              <a:ext uri="{FF2B5EF4-FFF2-40B4-BE49-F238E27FC236}">
                <a16:creationId xmlns:a16="http://schemas.microsoft.com/office/drawing/2014/main" id="{D2DA80AA-27FF-7EE7-681A-FFDE35B52313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9549267" y="5394515"/>
            <a:ext cx="1812262" cy="1013109"/>
          </a:xfrm>
        </p:spPr>
        <p:txBody>
          <a:bodyPr/>
          <a:lstStyle>
            <a:lvl1pPr marL="0" indent="0">
              <a:buNone/>
              <a:defRPr sz="900" b="0" i="0">
                <a:latin typeface="Merriweather" pitchFamily="2" charset="77"/>
              </a:defRPr>
            </a:lvl1pPr>
            <a:lvl2pPr marL="457200" indent="0">
              <a:buNone/>
              <a:defRPr sz="800" b="0" i="0">
                <a:latin typeface="Merriweather" pitchFamily="2" charset="77"/>
              </a:defRPr>
            </a:lvl2pPr>
            <a:lvl3pPr marL="914400" indent="0">
              <a:buNone/>
              <a:defRPr sz="700" b="0" i="0">
                <a:latin typeface="Merriweather" pitchFamily="2" charset="77"/>
              </a:defRPr>
            </a:lvl3pPr>
            <a:lvl4pPr marL="1371600" indent="0">
              <a:buNone/>
              <a:defRPr sz="600" b="0" i="0">
                <a:latin typeface="Merriweather" pitchFamily="2" charset="77"/>
              </a:defRPr>
            </a:lvl4pPr>
            <a:lvl5pPr marL="1828800" indent="0">
              <a:buNone/>
              <a:defRPr sz="600" b="0" i="0">
                <a:latin typeface="Merriweather" pitchFamily="2" charset="77"/>
              </a:defRPr>
            </a:lvl5pPr>
          </a:lstStyle>
          <a:p>
            <a:pPr lvl="0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28126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1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jdelijke aanduiding voor afbeelding 10">
            <a:extLst>
              <a:ext uri="{FF2B5EF4-FFF2-40B4-BE49-F238E27FC236}">
                <a16:creationId xmlns:a16="http://schemas.microsoft.com/office/drawing/2014/main" id="{857F7FE0-63AB-A854-BA9D-0116B55634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6209" y="0"/>
            <a:ext cx="5845791" cy="3429000"/>
          </a:xfrm>
        </p:spPr>
        <p:txBody>
          <a:bodyPr/>
          <a:lstStyle/>
          <a:p>
            <a:endParaRPr lang="nl-NL"/>
          </a:p>
        </p:txBody>
      </p:sp>
      <p:sp>
        <p:nvSpPr>
          <p:cNvPr id="7" name="Tijdelijke aanduiding voor afbeelding 10">
            <a:extLst>
              <a:ext uri="{FF2B5EF4-FFF2-40B4-BE49-F238E27FC236}">
                <a16:creationId xmlns:a16="http://schemas.microsoft.com/office/drawing/2014/main" id="{9211A429-036F-1729-8B5F-287CCD504E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46209" y="3429000"/>
            <a:ext cx="5845791" cy="3429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BB1235EC-A615-0060-E37C-270414BD4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592" y="365125"/>
            <a:ext cx="5083408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A3630B0C-D7B5-B04F-3CAD-05E82470B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591" y="1825625"/>
            <a:ext cx="5083409" cy="4351338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190178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17">
    <p:bg>
      <p:bgPr>
        <a:solidFill>
          <a:srgbClr val="BCD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9D022C3-22E9-7621-4877-5C9220252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4FEBD01F-6CB2-0540-A1B8-9A6A3537AA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8" name="Tijdelijke aanduiding voor inhoud 3">
            <a:extLst>
              <a:ext uri="{FF2B5EF4-FFF2-40B4-BE49-F238E27FC236}">
                <a16:creationId xmlns:a16="http://schemas.microsoft.com/office/drawing/2014/main" id="{21CA3045-6E5B-0C65-B072-5B9385044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3356977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9D0AA8D-2442-5748-A2D1-F7D837CF75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4BB7F10-BAF7-DF4D-82D8-D49C41DC42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96B8207-8182-F34B-B73F-9E55B8B2A8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FB3305-C8EF-A14E-A190-6BBAC464AFC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91197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kst &amp; Beeld 75%/25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 dirty="0"/>
              <a:t>Title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 hasCustomPrompt="1"/>
          </p:nvPr>
        </p:nvSpPr>
        <p:spPr>
          <a:xfrm>
            <a:off x="539554" y="1252836"/>
            <a:ext cx="7787533" cy="4795836"/>
          </a:xfrm>
        </p:spPr>
        <p:txBody>
          <a:bodyPr vert="horz"/>
          <a:lstStyle/>
          <a:p>
            <a:pPr lvl="0"/>
            <a:r>
              <a:rPr lang="en-US" noProof="0" dirty="0"/>
              <a:t>Bullet</a:t>
            </a:r>
          </a:p>
          <a:p>
            <a:pPr lvl="1"/>
            <a:r>
              <a:rPr lang="en-US" noProof="0" dirty="0"/>
              <a:t>Sub-bullet</a:t>
            </a:r>
          </a:p>
          <a:p>
            <a:pPr lvl="2"/>
            <a:r>
              <a:rPr lang="en-US" noProof="0" dirty="0"/>
              <a:t>Plain text</a:t>
            </a:r>
          </a:p>
          <a:p>
            <a:pPr lvl="3"/>
            <a:r>
              <a:rPr lang="en-US" noProof="0" dirty="0"/>
              <a:t>Header dark blue</a:t>
            </a:r>
          </a:p>
          <a:p>
            <a:pPr lvl="4"/>
            <a:r>
              <a:rPr lang="en-US" noProof="0" dirty="0"/>
              <a:t>Header light blue</a:t>
            </a:r>
          </a:p>
          <a:p>
            <a:pPr lvl="5"/>
            <a:r>
              <a:rPr lang="en-US" noProof="0" dirty="0"/>
              <a:t>Bullet</a:t>
            </a:r>
          </a:p>
          <a:p>
            <a:pPr lvl="6"/>
            <a:r>
              <a:rPr lang="en-US" noProof="0" dirty="0"/>
              <a:t>Sub-bullet</a:t>
            </a:r>
          </a:p>
          <a:p>
            <a:pPr lvl="7"/>
            <a:r>
              <a:rPr lang="en-US" sz="1349" noProof="0" dirty="0"/>
              <a:t>Plain text</a:t>
            </a:r>
          </a:p>
          <a:p>
            <a:pPr lvl="8"/>
            <a:r>
              <a:rPr lang="en-US" noProof="0" dirty="0"/>
              <a:t>Header dark blue</a:t>
            </a:r>
          </a:p>
          <a:p>
            <a:pPr lvl="0"/>
            <a:endParaRPr lang="en-US" noProof="0" dirty="0"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2003" cy="6858004"/>
            <a:chOff x="-2" y="-1"/>
            <a:chExt cx="12198353" cy="6858004"/>
          </a:xfrm>
        </p:grpSpPr>
        <p:sp>
          <p:nvSpPr>
            <p:cNvPr id="8" name="Rechthoek 7"/>
            <p:cNvSpPr/>
            <p:nvPr userDrawn="1"/>
          </p:nvSpPr>
          <p:spPr bwMode="auto">
            <a:xfrm>
              <a:off x="0" y="0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9" name="Rechthoek 8"/>
            <p:cNvSpPr/>
            <p:nvPr userDrawn="1"/>
          </p:nvSpPr>
          <p:spPr bwMode="auto">
            <a:xfrm rot="5400000">
              <a:off x="-3226672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0" name="Rechthoek 9"/>
            <p:cNvSpPr/>
            <p:nvPr userDrawn="1"/>
          </p:nvSpPr>
          <p:spPr bwMode="auto">
            <a:xfrm rot="5400000">
              <a:off x="8567017" y="3226669"/>
              <a:ext cx="6858003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1" name="Rechthoek 10"/>
            <p:cNvSpPr/>
            <p:nvPr userDrawn="1"/>
          </p:nvSpPr>
          <p:spPr bwMode="auto">
            <a:xfrm>
              <a:off x="0" y="8481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2" name="Rechthoek 11"/>
            <p:cNvSpPr/>
            <p:nvPr userDrawn="1"/>
          </p:nvSpPr>
          <p:spPr bwMode="auto">
            <a:xfrm>
              <a:off x="0" y="6048672"/>
              <a:ext cx="12198350" cy="404664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  <p:sp>
          <p:nvSpPr>
            <p:cNvPr id="13" name="Rechthoek 12"/>
            <p:cNvSpPr/>
            <p:nvPr userDrawn="1"/>
          </p:nvSpPr>
          <p:spPr bwMode="auto">
            <a:xfrm rot="5400000">
              <a:off x="5003585" y="3327836"/>
              <a:ext cx="6858003" cy="202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685434" rtl="0" eaLnBrk="1" fontAlgn="base" latinLnBrk="0" hangingPunct="1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charset="0"/>
                <a:buNone/>
                <a:tabLst/>
              </a:pPr>
              <a:endParaRPr kumimoji="0" lang="nl-NL" sz="1499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Minion" pitchFamily="2" charset="0"/>
              </a:endParaRPr>
            </a:p>
          </p:txBody>
        </p:sp>
      </p:grpSp>
      <p:sp>
        <p:nvSpPr>
          <p:cNvPr id="14" name="Tijdelijke aanduiding voor afbeelding 13"/>
          <p:cNvSpPr>
            <a:spLocks noGrp="1"/>
          </p:cNvSpPr>
          <p:nvPr>
            <p:ph type="pic" sz="quarter" idx="13" hasCustomPrompt="1"/>
          </p:nvPr>
        </p:nvSpPr>
        <p:spPr>
          <a:xfrm>
            <a:off x="8529315" y="1252539"/>
            <a:ext cx="3123133" cy="4795837"/>
          </a:xfrm>
          <a:solidFill>
            <a:schemeClr val="tx2">
              <a:lumMod val="20000"/>
              <a:lumOff val="80000"/>
            </a:schemeClr>
          </a:solidFill>
        </p:spPr>
        <p:txBody>
          <a:bodyPr bIns="180000" anchor="ctr">
            <a:normAutofit/>
          </a:bodyPr>
          <a:lstStyle>
            <a:lvl1pPr marL="0" indent="0" algn="ctr">
              <a:lnSpc>
                <a:spcPct val="250000"/>
              </a:lnSpc>
              <a:buNone/>
              <a:defRPr sz="1049" baseline="0"/>
            </a:lvl1pPr>
          </a:lstStyle>
          <a:p>
            <a:r>
              <a:rPr lang="en-US" noProof="0" dirty="0"/>
              <a:t>Click here to insert</a:t>
            </a:r>
            <a:br>
              <a:rPr lang="en-US" noProof="0" dirty="0"/>
            </a:br>
            <a:r>
              <a:rPr lang="en-US" noProof="0" dirty="0"/>
              <a:t>an image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1" y="6545608"/>
            <a:ext cx="4785000" cy="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000205"/>
      </p:ext>
    </p:extLst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3D2D4EC5-AA7E-B4B7-8196-12EBB5805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BBA1463-5E61-37E4-02F5-F0AEEF291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5D7F3DB-6753-5B31-D480-9F9C6A76CA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492AEA7-30ED-7043-6008-5F68E744E4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 i="0">
                <a:solidFill>
                  <a:schemeClr val="tx1">
                    <a:tint val="75000"/>
                  </a:schemeClr>
                </a:solidFill>
                <a:latin typeface="Merriweather" pitchFamily="2" charset="77"/>
              </a:defRPr>
            </a:lvl1pPr>
          </a:lstStyle>
          <a:p>
            <a:r>
              <a:rPr lang="nl-NL"/>
              <a:t>Hier staat de titel van de presentatie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0FA7254-9BBF-1B83-48BF-721B417A0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>
                    <a:tint val="75000"/>
                  </a:schemeClr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10710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80" r:id="rId2"/>
    <p:sldLayoutId id="2147483688" r:id="rId3"/>
    <p:sldLayoutId id="2147483689" r:id="rId4"/>
    <p:sldLayoutId id="2147483649" r:id="rId5"/>
    <p:sldLayoutId id="2147483660" r:id="rId6"/>
    <p:sldLayoutId id="2147483696" r:id="rId7"/>
    <p:sldLayoutId id="2147483697" r:id="rId8"/>
    <p:sldLayoutId id="2147483673" r:id="rId9"/>
    <p:sldLayoutId id="2147483682" r:id="rId10"/>
    <p:sldLayoutId id="2147483665" r:id="rId11"/>
    <p:sldLayoutId id="2147483694" r:id="rId12"/>
    <p:sldLayoutId id="2147483695" r:id="rId13"/>
    <p:sldLayoutId id="2147483666" r:id="rId14"/>
    <p:sldLayoutId id="2147483676" r:id="rId15"/>
    <p:sldLayoutId id="2147483671" r:id="rId16"/>
    <p:sldLayoutId id="2147483698" r:id="rId17"/>
    <p:sldLayoutId id="2147483678" r:id="rId18"/>
    <p:sldLayoutId id="2147483669" r:id="rId19"/>
    <p:sldLayoutId id="2147483670" r:id="rId20"/>
    <p:sldLayoutId id="2147483685" r:id="rId21"/>
    <p:sldLayoutId id="2147483684" r:id="rId22"/>
    <p:sldLayoutId id="2147483686" r:id="rId23"/>
    <p:sldLayoutId id="2147483683" r:id="rId24"/>
    <p:sldLayoutId id="2147483691" r:id="rId25"/>
    <p:sldLayoutId id="2147483690" r:id="rId26"/>
    <p:sldLayoutId id="2147483675" r:id="rId27"/>
    <p:sldLayoutId id="2147483677" r:id="rId28"/>
    <p:sldLayoutId id="2147483699" r:id="rId29"/>
    <p:sldLayoutId id="2147483700" r:id="rId3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rgbClr val="001158"/>
          </a:solidFill>
          <a:latin typeface="Merriweather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5" Type="http://schemas.openxmlformats.org/officeDocument/2006/relationships/hyperlink" Target="https://www.tidyverse.org/packages" TargetMode="Externa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Relationship Id="rId4" Type="http://schemas.openxmlformats.org/officeDocument/2006/relationships/hyperlink" Target="https://r4ds.had.co.nz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F6F43BB-C37F-B1AC-91C2-37B8B7D01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0414" y="3568390"/>
            <a:ext cx="8074145" cy="1813154"/>
          </a:xfrm>
        </p:spPr>
        <p:txBody>
          <a:bodyPr/>
          <a:lstStyle/>
          <a:p>
            <a:pPr marL="0" indent="0" algn="ctr">
              <a:buNone/>
            </a:pPr>
            <a:r>
              <a:rPr lang="en-NL" dirty="0"/>
              <a:t>Pascal Flohr</a:t>
            </a:r>
          </a:p>
          <a:p>
            <a:pPr marL="0" indent="0" algn="ctr">
              <a:buNone/>
            </a:pPr>
            <a:r>
              <a:rPr lang="en-NL" dirty="0"/>
              <a:t>slides reused from Peter Verhaar</a:t>
            </a:r>
          </a:p>
          <a:p>
            <a:pPr marL="0" indent="0" algn="ctr">
              <a:buNone/>
            </a:pPr>
            <a:r>
              <a:rPr lang="en-NL" dirty="0"/>
              <a:t>Data Carpentry, Erasmus University Rotterdam, 27 October 2026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D3AAAF-1340-FF39-CD1D-5178B8A1F0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L" dirty="0"/>
              <a:t>R - Starting with data</a:t>
            </a:r>
          </a:p>
        </p:txBody>
      </p:sp>
    </p:spTree>
    <p:extLst>
      <p:ext uri="{BB962C8B-B14F-4D97-AF65-F5344CB8AC3E}">
        <p14:creationId xmlns:p14="http://schemas.microsoft.com/office/powerpoint/2010/main" val="1229502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elcome to the Tidyverse • tidyverse">
            <a:extLst>
              <a:ext uri="{FF2B5EF4-FFF2-40B4-BE49-F238E27FC236}">
                <a16:creationId xmlns:a16="http://schemas.microsoft.com/office/drawing/2014/main" id="{AB8D9326-0CEE-BD44-9751-1D492780B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389" y="387770"/>
            <a:ext cx="3419248" cy="3947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tidy">
            <a:extLst>
              <a:ext uri="{FF2B5EF4-FFF2-40B4-BE49-F238E27FC236}">
                <a16:creationId xmlns:a16="http://schemas.microsoft.com/office/drawing/2014/main" id="{978FE3A0-64DB-024A-8B19-12E1D7153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5649" y="387770"/>
            <a:ext cx="5564421" cy="4066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B5DA660-B848-8E40-8B24-A19F6C10962F}"/>
              </a:ext>
            </a:extLst>
          </p:cNvPr>
          <p:cNvSpPr/>
          <p:nvPr/>
        </p:nvSpPr>
        <p:spPr>
          <a:xfrm>
            <a:off x="1362637" y="4859248"/>
            <a:ext cx="9950822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600" dirty="0">
                <a:latin typeface="Aptos" panose="020B0004020202020204" pitchFamily="34" charset="0"/>
              </a:rPr>
              <a:t>“an opinionated </a:t>
            </a:r>
            <a:r>
              <a:rPr lang="en-GB" sz="2600" dirty="0">
                <a:latin typeface="Aptos" panose="020B00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collection of R packages</a:t>
            </a:r>
            <a:r>
              <a:rPr lang="en-GB" sz="2600" dirty="0">
                <a:latin typeface="Aptos" panose="020B0004020202020204" pitchFamily="34" charset="0"/>
              </a:rPr>
              <a:t> designed for data science. All packages share an underlying design philosophy, grammar, and data structures” (https://</a:t>
            </a:r>
            <a:r>
              <a:rPr lang="en-GB" sz="2600" dirty="0" err="1">
                <a:latin typeface="Aptos" panose="020B0004020202020204" pitchFamily="34" charset="0"/>
              </a:rPr>
              <a:t>www.tidyverse.org</a:t>
            </a:r>
            <a:r>
              <a:rPr lang="en-GB" sz="2600" dirty="0">
                <a:latin typeface="Aptos" panose="020B0004020202020204" pitchFamily="34" charset="0"/>
              </a:rPr>
              <a:t>/)</a:t>
            </a:r>
            <a:endParaRPr lang="en-NL" sz="2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604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/var/folders/nf/35gdwksd0fx8kzbsljz4dz6hnrcnxq/T/com.microsoft.Word/Content.MSO/3B4AC64A.tmp">
            <a:extLst>
              <a:ext uri="{FF2B5EF4-FFF2-40B4-BE49-F238E27FC236}">
                <a16:creationId xmlns:a16="http://schemas.microsoft.com/office/drawing/2014/main" id="{1B943CA2-AF7C-764B-89E4-3AF2AA7C5B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317" y="1573919"/>
            <a:ext cx="7485784" cy="321071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F8E47AE-3F6D-494D-B954-DC6C82F0FDB2}"/>
              </a:ext>
            </a:extLst>
          </p:cNvPr>
          <p:cNvSpPr/>
          <p:nvPr/>
        </p:nvSpPr>
        <p:spPr>
          <a:xfrm>
            <a:off x="939993" y="857414"/>
            <a:ext cx="305128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nl-NL" sz="3000" b="1" dirty="0">
                <a:latin typeface="Aptos" panose="020B0004020202020204" pitchFamily="34" charset="0"/>
              </a:rPr>
              <a:t>Data acquisition</a:t>
            </a:r>
            <a:endParaRPr lang="en-NL" sz="3000" b="1" dirty="0"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D371B2-E6A7-6640-87D4-DD0E6A71D9EE}"/>
              </a:ext>
            </a:extLst>
          </p:cNvPr>
          <p:cNvSpPr/>
          <p:nvPr/>
        </p:nvSpPr>
        <p:spPr>
          <a:xfrm>
            <a:off x="3405671" y="4784630"/>
            <a:ext cx="2536720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nl-NL" sz="3000" b="1" dirty="0">
                <a:latin typeface="Aptos" panose="020B0004020202020204" pitchFamily="34" charset="0"/>
              </a:rPr>
              <a:t>Data analysis</a:t>
            </a:r>
            <a:endParaRPr lang="en-NL" sz="3000" b="1" dirty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739840-5132-C748-8E95-C08984C825DB}"/>
              </a:ext>
            </a:extLst>
          </p:cNvPr>
          <p:cNvSpPr/>
          <p:nvPr/>
        </p:nvSpPr>
        <p:spPr>
          <a:xfrm>
            <a:off x="6867209" y="1043581"/>
            <a:ext cx="332456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nl-NL" sz="3000" b="1" dirty="0">
                <a:latin typeface="Aptos" panose="020B0004020202020204" pitchFamily="34" charset="0"/>
              </a:rPr>
              <a:t>Data visualisation</a:t>
            </a:r>
            <a:endParaRPr lang="en-NL" sz="3000" b="1" dirty="0"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2BA99A-451F-F34B-827F-6B3ADDCCD883}"/>
              </a:ext>
            </a:extLst>
          </p:cNvPr>
          <p:cNvSpPr/>
          <p:nvPr/>
        </p:nvSpPr>
        <p:spPr>
          <a:xfrm>
            <a:off x="2840614" y="5826151"/>
            <a:ext cx="70808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latin typeface="Aptos" panose="020B0004020202020204" pitchFamily="34" charset="0"/>
              </a:rPr>
              <a:t>Hadley Wickham, </a:t>
            </a:r>
            <a:r>
              <a:rPr lang="en-GB" sz="2400" i="1" dirty="0">
                <a:latin typeface="Aptos" panose="020B00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 for Data Science </a:t>
            </a:r>
            <a:r>
              <a:rPr lang="en-GB" sz="2400" dirty="0">
                <a:latin typeface="Aptos" panose="020B0004020202020204" pitchFamily="34" charset="0"/>
              </a:rPr>
              <a:t>(O’Reilly, 2016)</a:t>
            </a:r>
            <a:endParaRPr lang="en-NL" sz="24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342451"/>
      </p:ext>
    </p:extLst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>
            <a:extLst>
              <a:ext uri="{FF2B5EF4-FFF2-40B4-BE49-F238E27FC236}">
                <a16:creationId xmlns:a16="http://schemas.microsoft.com/office/drawing/2014/main" id="{90416963-CF79-E94B-838F-82789EB10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55625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GB" altLang="nl-NL" sz="3600" b="1" dirty="0">
                <a:latin typeface="Aptos" panose="020B0004020202020204" pitchFamily="34" charset="0"/>
                <a:ea typeface="+mj-ea"/>
                <a:cs typeface="+mj-cs"/>
              </a:rPr>
              <a:t>Data frame</a:t>
            </a:r>
            <a:endParaRPr lang="en-US" altLang="nl-NL" sz="3600" b="1" dirty="0">
              <a:latin typeface="Aptos" panose="020B0004020202020204" pitchFamily="34" charset="0"/>
              <a:ea typeface="+mj-ea"/>
              <a:cs typeface="+mj-cs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52435A4-06D6-A045-BFA4-AA0864AA9067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7033"/>
          <a:stretch/>
        </p:blipFill>
        <p:spPr>
          <a:xfrm>
            <a:off x="5709215" y="1737209"/>
            <a:ext cx="5710435" cy="4565166"/>
          </a:xfrm>
          <a:prstGeom prst="rect">
            <a:avLst/>
          </a:prstGeom>
        </p:spPr>
      </p:pic>
      <p:sp>
        <p:nvSpPr>
          <p:cNvPr id="10" name="Rectangle 18">
            <a:extLst>
              <a:ext uri="{FF2B5EF4-FFF2-40B4-BE49-F238E27FC236}">
                <a16:creationId xmlns:a16="http://schemas.microsoft.com/office/drawing/2014/main" id="{5DCE9E48-1C87-5E4C-83E2-D43497608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7826" y="2177035"/>
            <a:ext cx="3762055" cy="35062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80000"/>
              </a:lnSpc>
              <a:buClr>
                <a:srgbClr val="0C2577"/>
              </a:buClr>
              <a:buFontTx/>
              <a:buNone/>
            </a:pPr>
            <a:endParaRPr lang="en-US" altLang="nl-NL" sz="2600" dirty="0">
              <a:latin typeface="Aptos" panose="020B0004020202020204" pitchFamily="34" charset="0"/>
            </a:endParaRPr>
          </a:p>
          <a:p>
            <a:pPr eaLnBrk="1" hangingPunct="1">
              <a:lnSpc>
                <a:spcPct val="80000"/>
              </a:lnSpc>
              <a:buClr>
                <a:srgbClr val="0C2577"/>
              </a:buClr>
              <a:buFont typeface="Arial" panose="020B0604020202020204" pitchFamily="34" charset="0"/>
              <a:buChar char="□"/>
            </a:pPr>
            <a:r>
              <a:rPr lang="nl-NL" altLang="nl-NL" sz="2600" dirty="0">
                <a:latin typeface="Aptos" panose="020B0004020202020204" pitchFamily="34" charset="0"/>
                <a:cs typeface="+mn-cs"/>
              </a:rPr>
              <a:t>Data </a:t>
            </a:r>
            <a:r>
              <a:rPr lang="nl-NL" altLang="nl-NL" sz="2600" dirty="0" err="1">
                <a:latin typeface="Aptos" panose="020B0004020202020204" pitchFamily="34" charset="0"/>
                <a:cs typeface="+mn-cs"/>
              </a:rPr>
              <a:t>structure</a:t>
            </a:r>
            <a:r>
              <a:rPr lang="nl-NL" altLang="nl-NL" sz="2600" dirty="0">
                <a:latin typeface="Aptos" panose="020B0004020202020204" pitchFamily="34" charset="0"/>
                <a:cs typeface="+mn-cs"/>
              </a:rPr>
              <a:t> </a:t>
            </a:r>
            <a:r>
              <a:rPr lang="nl-NL" altLang="nl-NL" sz="2600" dirty="0" err="1">
                <a:latin typeface="Aptos" panose="020B0004020202020204" pitchFamily="34" charset="0"/>
                <a:cs typeface="+mn-cs"/>
              </a:rPr>
              <a:t>used</a:t>
            </a:r>
            <a:r>
              <a:rPr lang="nl-NL" altLang="nl-NL" sz="2600" dirty="0">
                <a:latin typeface="Aptos" panose="020B0004020202020204" pitchFamily="34" charset="0"/>
                <a:cs typeface="+mn-cs"/>
              </a:rPr>
              <a:t> </a:t>
            </a:r>
            <a:r>
              <a:rPr lang="nl-NL" altLang="nl-NL" sz="2600" dirty="0" err="1">
                <a:latin typeface="Aptos" panose="020B0004020202020204" pitchFamily="34" charset="0"/>
                <a:cs typeface="+mn-cs"/>
              </a:rPr>
              <a:t>to</a:t>
            </a:r>
            <a:r>
              <a:rPr lang="nl-NL" altLang="nl-NL" sz="2600" dirty="0">
                <a:latin typeface="Aptos" panose="020B0004020202020204" pitchFamily="34" charset="0"/>
                <a:cs typeface="+mn-cs"/>
              </a:rPr>
              <a:t> store </a:t>
            </a:r>
            <a:r>
              <a:rPr lang="nl-NL" altLang="nl-NL" sz="2600" dirty="0" err="1">
                <a:latin typeface="Aptos" panose="020B0004020202020204" pitchFamily="34" charset="0"/>
                <a:cs typeface="+mn-cs"/>
              </a:rPr>
              <a:t>tabular</a:t>
            </a:r>
            <a:r>
              <a:rPr lang="nl-NL" altLang="nl-NL" sz="2600" dirty="0">
                <a:latin typeface="Aptos" panose="020B0004020202020204" pitchFamily="34" charset="0"/>
                <a:cs typeface="+mn-cs"/>
              </a:rPr>
              <a:t> data</a:t>
            </a:r>
            <a:endParaRPr lang="en-GB" altLang="nl-NL" sz="2600" dirty="0">
              <a:latin typeface="Aptos" panose="020B0004020202020204" pitchFamily="34" charset="0"/>
              <a:cs typeface="+mn-cs"/>
            </a:endParaRPr>
          </a:p>
          <a:p>
            <a:pPr eaLnBrk="1" hangingPunct="1">
              <a:lnSpc>
                <a:spcPct val="80000"/>
              </a:lnSpc>
              <a:buClr>
                <a:srgbClr val="0C2577"/>
              </a:buClr>
              <a:buFont typeface="Arial" panose="020B0604020202020204" pitchFamily="34" charset="0"/>
              <a:buChar char="□"/>
            </a:pPr>
            <a:r>
              <a:rPr lang="en-GB" altLang="nl-NL" sz="2600" dirty="0">
                <a:latin typeface="Aptos" panose="020B0004020202020204" pitchFamily="34" charset="0"/>
                <a:cs typeface="+mn-cs"/>
              </a:rPr>
              <a:t>Each column (variable) is also a vector</a:t>
            </a:r>
          </a:p>
          <a:p>
            <a:pPr eaLnBrk="1" hangingPunct="1">
              <a:lnSpc>
                <a:spcPct val="80000"/>
              </a:lnSpc>
              <a:buClr>
                <a:srgbClr val="0C2577"/>
              </a:buClr>
              <a:buFont typeface="Arial" panose="020B0604020202020204" pitchFamily="34" charset="0"/>
              <a:buChar char="□"/>
            </a:pPr>
            <a:r>
              <a:rPr lang="en-GB" altLang="nl-NL" sz="2600" dirty="0" err="1">
                <a:latin typeface="Aptos" panose="020B0004020202020204" pitchFamily="34" charset="0"/>
                <a:cs typeface="+mn-cs"/>
              </a:rPr>
              <a:t>Tidyverse</a:t>
            </a:r>
            <a:r>
              <a:rPr lang="en-GB" altLang="nl-NL" sz="2600" dirty="0">
                <a:latin typeface="Aptos" panose="020B0004020202020204" pitchFamily="34" charset="0"/>
                <a:cs typeface="+mn-cs"/>
              </a:rPr>
              <a:t> uses the term ‘Tibble’</a:t>
            </a:r>
          </a:p>
          <a:p>
            <a:pPr eaLnBrk="1" hangingPunct="1">
              <a:lnSpc>
                <a:spcPct val="80000"/>
              </a:lnSpc>
              <a:buClr>
                <a:srgbClr val="0C2577"/>
              </a:buClr>
              <a:buFont typeface="Arial" panose="020B0604020202020204" pitchFamily="34" charset="0"/>
              <a:buChar char="□"/>
            </a:pPr>
            <a:endParaRPr lang="en-GB" altLang="nl-NL" sz="2600" dirty="0">
              <a:latin typeface="Aptos" panose="020B0004020202020204" pitchFamily="34" charset="0"/>
              <a:cs typeface="+mn-cs"/>
            </a:endParaRPr>
          </a:p>
          <a:p>
            <a:pPr lvl="1" eaLnBrk="1" hangingPunct="1">
              <a:lnSpc>
                <a:spcPct val="80000"/>
              </a:lnSpc>
              <a:buClr>
                <a:srgbClr val="0C2577"/>
              </a:buClr>
              <a:buFontTx/>
              <a:buNone/>
            </a:pPr>
            <a:r>
              <a:rPr lang="en-GB" altLang="nl-NL" sz="2600" dirty="0">
                <a:latin typeface="Aptos" panose="020B0004020202020204" pitchFamily="34" charset="0"/>
                <a:cs typeface="+mn-cs"/>
              </a:rPr>
              <a:t> </a:t>
            </a:r>
            <a:br>
              <a:rPr lang="en-GB" altLang="nl-NL" sz="2600" dirty="0">
                <a:latin typeface="Aptos" panose="020B0004020202020204" pitchFamily="34" charset="0"/>
                <a:cs typeface="+mn-cs"/>
              </a:rPr>
            </a:br>
            <a:br>
              <a:rPr lang="en-GB" altLang="nl-NL" sz="2600" dirty="0">
                <a:latin typeface="Aptos" panose="020B0004020202020204" pitchFamily="34" charset="0"/>
                <a:cs typeface="+mn-cs"/>
              </a:rPr>
            </a:br>
            <a:endParaRPr lang="en-US" altLang="nl-NL" sz="2600" dirty="0">
              <a:latin typeface="Aptos" panose="020B0004020202020204" pitchFamily="34" charset="0"/>
              <a:cs typeface="+mn-cs"/>
            </a:endParaRPr>
          </a:p>
          <a:p>
            <a:pPr eaLnBrk="1" hangingPunct="1">
              <a:lnSpc>
                <a:spcPct val="80000"/>
              </a:lnSpc>
              <a:buClr>
                <a:srgbClr val="0C2577"/>
              </a:buClr>
              <a:buFontTx/>
              <a:buNone/>
            </a:pPr>
            <a:endParaRPr lang="en-US" altLang="nl-NL" sz="2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816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DDDEFE7C-3D6A-CA4C-B6D9-D93B1D4F05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616" y="277792"/>
            <a:ext cx="7145734" cy="589123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DCD7ACF-D032-F245-BE77-38929756CDF6}"/>
              </a:ext>
            </a:extLst>
          </p:cNvPr>
          <p:cNvSpPr/>
          <p:nvPr/>
        </p:nvSpPr>
        <p:spPr>
          <a:xfrm>
            <a:off x="2495600" y="277792"/>
            <a:ext cx="7281192" cy="589123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8803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11EEB020-1E3F-224C-A774-7CB390AF6A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664" y="1151883"/>
            <a:ext cx="6104358" cy="530937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E1A76E-F8B4-8647-8E70-08017A4A63AB}"/>
              </a:ext>
            </a:extLst>
          </p:cNvPr>
          <p:cNvSpPr/>
          <p:nvPr/>
        </p:nvSpPr>
        <p:spPr>
          <a:xfrm>
            <a:off x="2899804" y="396746"/>
            <a:ext cx="6745693" cy="4503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buClr>
                <a:srgbClr val="0C2577"/>
              </a:buClr>
            </a:pPr>
            <a:r>
              <a:rPr lang="nl-NL" altLang="nl-NL" sz="2800" b="1" dirty="0" err="1">
                <a:latin typeface="Aptos" panose="020B0004020202020204" pitchFamily="34" charset="0"/>
              </a:rPr>
              <a:t>Average</a:t>
            </a:r>
            <a:r>
              <a:rPr lang="nl-NL" altLang="nl-NL" sz="2800" b="1" dirty="0">
                <a:latin typeface="Aptos" panose="020B0004020202020204" pitchFamily="34" charset="0"/>
              </a:rPr>
              <a:t> </a:t>
            </a:r>
            <a:r>
              <a:rPr lang="nl-NL" altLang="nl-NL" sz="2800" b="1" dirty="0" err="1">
                <a:latin typeface="Aptos" panose="020B0004020202020204" pitchFamily="34" charset="0"/>
              </a:rPr>
              <a:t>number</a:t>
            </a:r>
            <a:r>
              <a:rPr lang="nl-NL" altLang="nl-NL" sz="2800" b="1" dirty="0">
                <a:latin typeface="Aptos" panose="020B0004020202020204" pitchFamily="34" charset="0"/>
              </a:rPr>
              <a:t> of rooms in </a:t>
            </a:r>
            <a:r>
              <a:rPr lang="nl-NL" altLang="nl-NL" sz="2800" b="1" dirty="0" err="1">
                <a:latin typeface="Aptos" panose="020B0004020202020204" pitchFamily="34" charset="0"/>
              </a:rPr>
              <a:t>each</a:t>
            </a:r>
            <a:r>
              <a:rPr lang="nl-NL" altLang="nl-NL" sz="2800" b="1" dirty="0">
                <a:latin typeface="Aptos" panose="020B0004020202020204" pitchFamily="34" charset="0"/>
              </a:rPr>
              <a:t> </a:t>
            </a:r>
            <a:r>
              <a:rPr lang="nl-NL" altLang="nl-NL" sz="2800" b="1" dirty="0" err="1">
                <a:latin typeface="Aptos" panose="020B0004020202020204" pitchFamily="34" charset="0"/>
              </a:rPr>
              <a:t>village</a:t>
            </a:r>
            <a:endParaRPr lang="en-GB" altLang="nl-NL" sz="2800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707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E1A76E-F8B4-8647-8E70-08017A4A63AB}"/>
              </a:ext>
            </a:extLst>
          </p:cNvPr>
          <p:cNvSpPr/>
          <p:nvPr/>
        </p:nvSpPr>
        <p:spPr>
          <a:xfrm>
            <a:off x="1524000" y="619484"/>
            <a:ext cx="9144000" cy="4502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80000"/>
              </a:lnSpc>
              <a:buClr>
                <a:srgbClr val="0C2577"/>
              </a:buClr>
            </a:pPr>
            <a:r>
              <a:rPr lang="nl-NL" altLang="nl-NL" sz="2800" b="1" dirty="0">
                <a:latin typeface="Aptos" panose="020B0004020202020204" pitchFamily="34" charset="0"/>
              </a:rPr>
              <a:t>Wall types</a:t>
            </a:r>
            <a:endParaRPr lang="en-GB" altLang="nl-NL" sz="2800" b="1" dirty="0">
              <a:latin typeface="Aptos" panose="020B0004020202020204" pitchFamily="34" charset="0"/>
            </a:endParaRPr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92CFD080-586D-FC46-9F3B-4F123FBE7C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065" y="1274016"/>
            <a:ext cx="5593869" cy="4865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712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EE1A76E-F8B4-8647-8E70-08017A4A63AB}"/>
              </a:ext>
            </a:extLst>
          </p:cNvPr>
          <p:cNvSpPr/>
          <p:nvPr/>
        </p:nvSpPr>
        <p:spPr>
          <a:xfrm>
            <a:off x="3071665" y="396746"/>
            <a:ext cx="5708614" cy="4503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  <a:buClr>
                <a:srgbClr val="0C2577"/>
              </a:buClr>
            </a:pPr>
            <a:r>
              <a:rPr lang="nl-NL" altLang="nl-NL" sz="2800" b="1" dirty="0" err="1">
                <a:latin typeface="Aptos" panose="020B0004020202020204" pitchFamily="34" charset="0"/>
              </a:rPr>
              <a:t>Number</a:t>
            </a:r>
            <a:r>
              <a:rPr lang="nl-NL" altLang="nl-NL" sz="2800" b="1" dirty="0">
                <a:latin typeface="Aptos" panose="020B0004020202020204" pitchFamily="34" charset="0"/>
              </a:rPr>
              <a:t> of </a:t>
            </a:r>
            <a:r>
              <a:rPr lang="nl-NL" altLang="nl-NL" sz="2800" b="1" dirty="0" err="1">
                <a:latin typeface="Aptos" panose="020B0004020202020204" pitchFamily="34" charset="0"/>
              </a:rPr>
              <a:t>people</a:t>
            </a:r>
            <a:r>
              <a:rPr lang="nl-NL" altLang="nl-NL" sz="2800" b="1" dirty="0">
                <a:latin typeface="Aptos" panose="020B0004020202020204" pitchFamily="34" charset="0"/>
              </a:rPr>
              <a:t> living in </a:t>
            </a:r>
            <a:r>
              <a:rPr lang="nl-NL" altLang="nl-NL" sz="2800" b="1" dirty="0" err="1">
                <a:latin typeface="Aptos" panose="020B0004020202020204" pitchFamily="34" charset="0"/>
              </a:rPr>
              <a:t>houses</a:t>
            </a:r>
            <a:endParaRPr lang="en-GB" altLang="nl-NL" sz="2800" b="1" dirty="0">
              <a:latin typeface="Aptos" panose="020B0004020202020204" pitchFamily="34" charset="0"/>
            </a:endParaRPr>
          </a:p>
        </p:txBody>
      </p:sp>
      <p:pic>
        <p:nvPicPr>
          <p:cNvPr id="5" name="Picture 4" descr="Chart, box and whisker chart&#10;&#10;Description automatically generated">
            <a:extLst>
              <a:ext uri="{FF2B5EF4-FFF2-40B4-BE49-F238E27FC236}">
                <a16:creationId xmlns:a16="http://schemas.microsoft.com/office/drawing/2014/main" id="{2521772C-6D92-4446-B4FE-3DF3BF0132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693" y="1378856"/>
            <a:ext cx="5708614" cy="496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157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299EC6-F04D-624E-89C1-9D253C927692}"/>
              </a:ext>
            </a:extLst>
          </p:cNvPr>
          <p:cNvSpPr txBox="1"/>
          <p:nvPr/>
        </p:nvSpPr>
        <p:spPr>
          <a:xfrm>
            <a:off x="1524000" y="548681"/>
            <a:ext cx="9144000" cy="552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80000"/>
              </a:lnSpc>
              <a:buClr>
                <a:srgbClr val="0C2577"/>
              </a:buClr>
              <a:buFontTx/>
              <a:buNone/>
            </a:pPr>
            <a:r>
              <a:rPr lang="en-GB" sz="3600" b="1" dirty="0">
                <a:latin typeface="Aptos" panose="020B0004020202020204" pitchFamily="34" charset="0"/>
                <a:ea typeface="+mj-ea"/>
                <a:cs typeface="+mj-cs"/>
              </a:rPr>
              <a:t>Exercise 1</a:t>
            </a:r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21A9811D-5840-D149-8271-3EC89DA85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470" y="1437157"/>
            <a:ext cx="10054554" cy="3983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>
              <a:lnSpc>
                <a:spcPct val="80000"/>
              </a:lnSpc>
              <a:buClr>
                <a:srgbClr val="0C2577"/>
              </a:buClr>
              <a:buNone/>
            </a:pPr>
            <a:endParaRPr lang="en-GB" sz="2800" dirty="0">
              <a:latin typeface="Aptos" panose="020B0004020202020204" pitchFamily="34" charset="0"/>
              <a:cs typeface="+mn-cs"/>
            </a:endParaRPr>
          </a:p>
          <a:p>
            <a:pPr>
              <a:lnSpc>
                <a:spcPct val="80000"/>
              </a:lnSpc>
              <a:buClr>
                <a:srgbClr val="0C2577"/>
              </a:buClr>
              <a:buFont typeface="Arial" panose="020B0604020202020204" pitchFamily="34" charset="0"/>
              <a:buChar char="□"/>
            </a:pPr>
            <a:r>
              <a:rPr lang="en-GB" altLang="en-NL" sz="2800" dirty="0">
                <a:latin typeface="Aptos" panose="020B0004020202020204" pitchFamily="34" charset="0"/>
                <a:cs typeface="+mn-cs"/>
              </a:rPr>
              <a:t>Create a new </a:t>
            </a:r>
            <a:r>
              <a:rPr lang="en-GB" altLang="en-NL" sz="2800" dirty="0" err="1">
                <a:latin typeface="Aptos" panose="020B0004020202020204" pitchFamily="34" charset="0"/>
                <a:cs typeface="+mn-cs"/>
              </a:rPr>
              <a:t>tibble</a:t>
            </a:r>
            <a:r>
              <a:rPr lang="en-GB" altLang="en-NL" sz="2800" dirty="0">
                <a:latin typeface="Aptos" panose="020B0004020202020204" pitchFamily="34" charset="0"/>
                <a:cs typeface="+mn-cs"/>
              </a:rPr>
              <a:t> (named </a:t>
            </a:r>
            <a:r>
              <a:rPr lang="en-GB" altLang="en-NL" sz="2800" b="1" i="1" dirty="0">
                <a:latin typeface="Aptos" panose="020B0004020202020204" pitchFamily="34" charset="0"/>
                <a:cs typeface="+mn-cs"/>
              </a:rPr>
              <a:t>interviews_100</a:t>
            </a:r>
            <a:r>
              <a:rPr lang="en-GB" altLang="en-NL" sz="2800" dirty="0">
                <a:latin typeface="Aptos" panose="020B0004020202020204" pitchFamily="34" charset="0"/>
                <a:cs typeface="+mn-cs"/>
              </a:rPr>
              <a:t>) containing only the data in row 100 of the interviews dataset.</a:t>
            </a:r>
          </a:p>
          <a:p>
            <a:pPr marL="0" indent="0">
              <a:lnSpc>
                <a:spcPct val="80000"/>
              </a:lnSpc>
              <a:buClr>
                <a:srgbClr val="0C2577"/>
              </a:buClr>
              <a:buNone/>
            </a:pPr>
            <a:endParaRPr lang="en-GB" altLang="en-NL" sz="2800" dirty="0">
              <a:latin typeface="Aptos" panose="020B0004020202020204" pitchFamily="34" charset="0"/>
              <a:cs typeface="+mn-cs"/>
            </a:endParaRPr>
          </a:p>
          <a:p>
            <a:pPr marL="0" indent="0">
              <a:lnSpc>
                <a:spcPct val="80000"/>
              </a:lnSpc>
              <a:buClr>
                <a:srgbClr val="0C2577"/>
              </a:buClr>
              <a:buNone/>
            </a:pPr>
            <a:endParaRPr lang="en-GB" altLang="en-NL" sz="2800" dirty="0">
              <a:latin typeface="Aptos" panose="020B0004020202020204" pitchFamily="34" charset="0"/>
              <a:cs typeface="+mn-cs"/>
            </a:endParaRPr>
          </a:p>
          <a:p>
            <a:pPr>
              <a:lnSpc>
                <a:spcPct val="80000"/>
              </a:lnSpc>
              <a:buClr>
                <a:srgbClr val="0C2577"/>
              </a:buClr>
              <a:buFont typeface="Arial" panose="020B0604020202020204" pitchFamily="34" charset="0"/>
              <a:buChar char="□"/>
            </a:pPr>
            <a:r>
              <a:rPr lang="en-GB" altLang="en-NL" sz="2800" dirty="0">
                <a:latin typeface="Aptos" panose="020B0004020202020204" pitchFamily="34" charset="0"/>
                <a:cs typeface="+mn-cs"/>
              </a:rPr>
              <a:t>Create a new </a:t>
            </a:r>
            <a:r>
              <a:rPr lang="en-GB" altLang="en-NL" sz="2800" dirty="0" err="1">
                <a:latin typeface="Aptos" panose="020B0004020202020204" pitchFamily="34" charset="0"/>
                <a:cs typeface="+mn-cs"/>
              </a:rPr>
              <a:t>tibble</a:t>
            </a:r>
            <a:r>
              <a:rPr lang="en-GB" altLang="en-NL" sz="2800" dirty="0">
                <a:latin typeface="Aptos" panose="020B0004020202020204" pitchFamily="34" charset="0"/>
                <a:cs typeface="+mn-cs"/>
              </a:rPr>
              <a:t> (</a:t>
            </a:r>
            <a:r>
              <a:rPr lang="en-US" altLang="en-NL" sz="2800" dirty="0">
                <a:latin typeface="Aptos" panose="020B0004020202020204" pitchFamily="34" charset="0"/>
                <a:cs typeface="+mn-cs"/>
              </a:rPr>
              <a:t>named </a:t>
            </a:r>
            <a:r>
              <a:rPr lang="en-GB" altLang="en-NL" sz="2800" b="1" i="1" dirty="0" err="1">
                <a:latin typeface="Aptos" panose="020B0004020202020204" pitchFamily="34" charset="0"/>
                <a:cs typeface="+mn-cs"/>
              </a:rPr>
              <a:t>interview_last</a:t>
            </a:r>
            <a:r>
              <a:rPr lang="en-GB" altLang="en-NL" sz="2800" dirty="0">
                <a:latin typeface="Aptos" panose="020B0004020202020204" pitchFamily="34" charset="0"/>
                <a:cs typeface="+mn-cs"/>
              </a:rPr>
              <a:t>)</a:t>
            </a:r>
            <a:r>
              <a:rPr lang="en-US" altLang="en-NL" sz="2800" dirty="0">
                <a:latin typeface="Aptos" panose="020B0004020202020204" pitchFamily="34" charset="0"/>
                <a:cs typeface="+mn-cs"/>
              </a:rPr>
              <a:t> </a:t>
            </a:r>
            <a:r>
              <a:rPr lang="en-GB" altLang="en-NL" sz="2800" dirty="0">
                <a:latin typeface="Aptos" panose="020B0004020202020204" pitchFamily="34" charset="0"/>
                <a:cs typeface="+mn-cs"/>
              </a:rPr>
              <a:t>containing only the data </a:t>
            </a:r>
            <a:r>
              <a:rPr lang="en-US" altLang="en-NL" sz="2800" dirty="0">
                <a:latin typeface="Aptos" panose="020B0004020202020204" pitchFamily="34" charset="0"/>
                <a:cs typeface="+mn-cs"/>
              </a:rPr>
              <a:t>from the last row. Use </a:t>
            </a:r>
            <a:r>
              <a:rPr lang="en-US" altLang="en-NL" sz="2800" dirty="0" err="1">
                <a:latin typeface="Aptos" panose="020B0004020202020204" pitchFamily="34" charset="0"/>
                <a:cs typeface="+mn-cs"/>
              </a:rPr>
              <a:t>nrow</a:t>
            </a:r>
            <a:r>
              <a:rPr lang="en-US" altLang="en-NL" sz="2800" dirty="0">
                <a:latin typeface="Aptos" panose="020B0004020202020204" pitchFamily="34" charset="0"/>
                <a:cs typeface="+mn-cs"/>
              </a:rPr>
              <a:t>() to find the index of the last row. You can use the tail() function to check your results. </a:t>
            </a:r>
          </a:p>
          <a:p>
            <a:pPr marL="0" indent="0">
              <a:lnSpc>
                <a:spcPct val="80000"/>
              </a:lnSpc>
              <a:buClr>
                <a:srgbClr val="0C2577"/>
              </a:buClr>
              <a:buNone/>
            </a:pPr>
            <a:endParaRPr lang="en-GB" sz="2800" dirty="0">
              <a:latin typeface="Aptos" panose="020B0004020202020204" pitchFamily="34" charset="0"/>
              <a:cs typeface="+mn-cs"/>
            </a:endParaRPr>
          </a:p>
          <a:p>
            <a:pPr>
              <a:lnSpc>
                <a:spcPct val="80000"/>
              </a:lnSpc>
              <a:buClr>
                <a:srgbClr val="0C2577"/>
              </a:buClr>
              <a:buFont typeface="Arial" panose="020B0604020202020204" pitchFamily="34" charset="0"/>
              <a:buChar char="□"/>
            </a:pPr>
            <a:endParaRPr lang="en-GB" sz="2800" dirty="0">
              <a:latin typeface="Aptos" panose="020B0004020202020204" pitchFamily="34" charset="0"/>
              <a:cs typeface="+mn-cs"/>
            </a:endParaRPr>
          </a:p>
          <a:p>
            <a:pPr>
              <a:lnSpc>
                <a:spcPct val="80000"/>
              </a:lnSpc>
              <a:buClr>
                <a:srgbClr val="0C2577"/>
              </a:buClr>
              <a:buFont typeface="Arial" panose="020B0604020202020204" pitchFamily="34" charset="0"/>
              <a:buChar char="□"/>
            </a:pPr>
            <a:endParaRPr lang="en-GB" sz="2800" dirty="0">
              <a:latin typeface="Aptos" panose="020B0004020202020204" pitchFamily="34" charset="0"/>
              <a:cs typeface="+mn-cs"/>
            </a:endParaRPr>
          </a:p>
          <a:p>
            <a:pPr marL="0" indent="0">
              <a:lnSpc>
                <a:spcPct val="80000"/>
              </a:lnSpc>
              <a:buClr>
                <a:srgbClr val="0C2577"/>
              </a:buClr>
              <a:buNone/>
            </a:pPr>
            <a:endParaRPr lang="en-US" altLang="nl-NL" sz="28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1210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299EC6-F04D-624E-89C1-9D253C927692}"/>
              </a:ext>
            </a:extLst>
          </p:cNvPr>
          <p:cNvSpPr txBox="1"/>
          <p:nvPr/>
        </p:nvSpPr>
        <p:spPr>
          <a:xfrm>
            <a:off x="1524000" y="389378"/>
            <a:ext cx="9144000" cy="54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80000"/>
              </a:lnSpc>
              <a:buClr>
                <a:srgbClr val="0C2577"/>
              </a:buClr>
              <a:buFontTx/>
              <a:buNone/>
            </a:pPr>
            <a:r>
              <a:rPr lang="en-GB" sz="3600" b="1" dirty="0">
                <a:latin typeface="+mj-lt"/>
                <a:ea typeface="+mj-ea"/>
                <a:cs typeface="+mj-cs"/>
              </a:rPr>
              <a:t>Exercise 2</a:t>
            </a:r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21A9811D-5840-D149-8271-3EC89DA85B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448" y="1012005"/>
            <a:ext cx="10113858" cy="5155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>
              <a:lnSpc>
                <a:spcPct val="80000"/>
              </a:lnSpc>
              <a:buClr>
                <a:srgbClr val="0C2577"/>
              </a:buClr>
              <a:buNone/>
            </a:pPr>
            <a:endParaRPr lang="en-GB" sz="2600" dirty="0">
              <a:latin typeface="Aptos" panose="020B0004020202020204" pitchFamily="34" charset="0"/>
              <a:cs typeface="+mn-cs"/>
            </a:endParaRPr>
          </a:p>
          <a:p>
            <a:pPr>
              <a:lnSpc>
                <a:spcPct val="80000"/>
              </a:lnSpc>
              <a:buClr>
                <a:srgbClr val="0C2577"/>
              </a:buClr>
              <a:buFont typeface="Arial" panose="020B0604020202020204" pitchFamily="34" charset="0"/>
              <a:buChar char="□"/>
            </a:pPr>
            <a:r>
              <a:rPr lang="en-GB" altLang="en-NL" sz="2600" dirty="0">
                <a:latin typeface="Aptos" panose="020B0004020202020204" pitchFamily="34" charset="0"/>
                <a:cs typeface="+mn-cs"/>
              </a:rPr>
              <a:t>Extract the row that is in the middle of the dataset. Store the data on this middle row in a </a:t>
            </a:r>
            <a:r>
              <a:rPr lang="en-GB" altLang="en-NL" sz="2600" dirty="0" err="1">
                <a:latin typeface="Aptos" panose="020B0004020202020204" pitchFamily="34" charset="0"/>
                <a:cs typeface="+mn-cs"/>
              </a:rPr>
              <a:t>tibble</a:t>
            </a:r>
            <a:r>
              <a:rPr lang="en-GB" altLang="en-NL" sz="2600" dirty="0">
                <a:latin typeface="Aptos" panose="020B0004020202020204" pitchFamily="34" charset="0"/>
                <a:cs typeface="+mn-cs"/>
              </a:rPr>
              <a:t> named </a:t>
            </a:r>
            <a:r>
              <a:rPr lang="en-GB" altLang="en-NL" sz="2600" b="1" i="1" dirty="0" err="1">
                <a:latin typeface="Aptos" panose="020B0004020202020204" pitchFamily="34" charset="0"/>
                <a:cs typeface="+mn-cs"/>
              </a:rPr>
              <a:t>interview_middle</a:t>
            </a:r>
            <a:r>
              <a:rPr lang="en-GB" altLang="en-NL" sz="2600" dirty="0">
                <a:latin typeface="Aptos" panose="020B0004020202020204" pitchFamily="34" charset="0"/>
                <a:cs typeface="+mn-cs"/>
              </a:rPr>
              <a:t>. </a:t>
            </a:r>
            <a:br>
              <a:rPr lang="en-GB" altLang="en-NL" sz="2600" dirty="0">
                <a:latin typeface="Aptos" panose="020B0004020202020204" pitchFamily="34" charset="0"/>
                <a:cs typeface="+mn-cs"/>
              </a:rPr>
            </a:br>
            <a:r>
              <a:rPr lang="en-GB" altLang="en-NL" sz="2600" dirty="0">
                <a:latin typeface="Aptos" panose="020B0004020202020204" pitchFamily="34" charset="0"/>
                <a:cs typeface="+mn-cs"/>
              </a:rPr>
              <a:t>To find the index of the middle row, you can work with the </a:t>
            </a:r>
            <a:r>
              <a:rPr lang="en-GB" altLang="en-NL" sz="2600" i="1" dirty="0">
                <a:latin typeface="Aptos" panose="020B0004020202020204" pitchFamily="34" charset="0"/>
                <a:cs typeface="+mn-cs"/>
              </a:rPr>
              <a:t>median()</a:t>
            </a:r>
            <a:r>
              <a:rPr lang="en-GB" altLang="en-NL" sz="2600" dirty="0">
                <a:latin typeface="Aptos" panose="020B0004020202020204" pitchFamily="34" charset="0"/>
                <a:cs typeface="+mn-cs"/>
              </a:rPr>
              <a:t> function, which takes a vector as a parameter. This vector needs to start at index 1, and needs to end at the index of the last row. Tip: use the </a:t>
            </a:r>
            <a:r>
              <a:rPr lang="en-GB" altLang="en-NL" sz="2600" dirty="0" err="1">
                <a:latin typeface="Aptos" panose="020B0004020202020204" pitchFamily="34" charset="0"/>
                <a:cs typeface="+mn-cs"/>
              </a:rPr>
              <a:t>nrow</a:t>
            </a:r>
            <a:r>
              <a:rPr lang="en-GB" altLang="en-NL" sz="2600" dirty="0">
                <a:latin typeface="Aptos" panose="020B0004020202020204" pitchFamily="34" charset="0"/>
                <a:cs typeface="+mn-cs"/>
              </a:rPr>
              <a:t>() function. </a:t>
            </a:r>
          </a:p>
          <a:p>
            <a:pPr>
              <a:lnSpc>
                <a:spcPct val="80000"/>
              </a:lnSpc>
              <a:buClr>
                <a:srgbClr val="0C2577"/>
              </a:buClr>
              <a:buFont typeface="Arial" panose="020B0604020202020204" pitchFamily="34" charset="0"/>
              <a:buChar char="□"/>
            </a:pPr>
            <a:endParaRPr lang="en-GB" altLang="en-NL" sz="2600" dirty="0">
              <a:latin typeface="Aptos" panose="020B0004020202020204" pitchFamily="34" charset="0"/>
              <a:cs typeface="+mn-cs"/>
            </a:endParaRPr>
          </a:p>
          <a:p>
            <a:pPr>
              <a:lnSpc>
                <a:spcPct val="80000"/>
              </a:lnSpc>
              <a:buClr>
                <a:srgbClr val="0C2577"/>
              </a:buClr>
              <a:buFont typeface="Arial" panose="020B0604020202020204" pitchFamily="34" charset="0"/>
              <a:buChar char="□"/>
            </a:pPr>
            <a:r>
              <a:rPr lang="en-GB" altLang="en-NL" sz="2600" dirty="0">
                <a:latin typeface="Aptos" panose="020B0004020202020204" pitchFamily="34" charset="0"/>
                <a:cs typeface="+mn-cs"/>
              </a:rPr>
              <a:t>Combine </a:t>
            </a:r>
            <a:r>
              <a:rPr lang="en-GB" altLang="en-NL" sz="2600" dirty="0" err="1">
                <a:latin typeface="Aptos" panose="020B0004020202020204" pitchFamily="34" charset="0"/>
                <a:cs typeface="+mn-cs"/>
              </a:rPr>
              <a:t>nrow</a:t>
            </a:r>
            <a:r>
              <a:rPr lang="en-GB" altLang="en-NL" sz="2600" dirty="0">
                <a:latin typeface="Aptos" panose="020B0004020202020204" pitchFamily="34" charset="0"/>
                <a:cs typeface="+mn-cs"/>
              </a:rPr>
              <a:t>() with the minus (‘-’) notation to reproduce the behaviour of head(interviews), keeping the first 6 rows of the interviews dataset only. Assign the result to </a:t>
            </a:r>
            <a:r>
              <a:rPr lang="en-GB" altLang="en-NL" sz="2600" b="1" i="1" dirty="0" err="1">
                <a:latin typeface="Aptos" panose="020B0004020202020204" pitchFamily="34" charset="0"/>
                <a:cs typeface="+mn-cs"/>
              </a:rPr>
              <a:t>interview_head</a:t>
            </a:r>
            <a:endParaRPr lang="en-GB" altLang="en-NL" sz="2600" b="1" i="1" dirty="0">
              <a:latin typeface="Aptos" panose="020B0004020202020204" pitchFamily="34" charset="0"/>
              <a:cs typeface="+mn-cs"/>
            </a:endParaRPr>
          </a:p>
          <a:p>
            <a:pPr>
              <a:lnSpc>
                <a:spcPct val="80000"/>
              </a:lnSpc>
              <a:buClr>
                <a:srgbClr val="0C2577"/>
              </a:buClr>
              <a:buFont typeface="Arial" panose="020B0604020202020204" pitchFamily="34" charset="0"/>
              <a:buChar char="□"/>
            </a:pPr>
            <a:endParaRPr lang="en-GB" sz="2600" dirty="0">
              <a:latin typeface="Aptos" panose="020B0004020202020204" pitchFamily="34" charset="0"/>
              <a:cs typeface="+mn-cs"/>
            </a:endParaRPr>
          </a:p>
          <a:p>
            <a:pPr>
              <a:lnSpc>
                <a:spcPct val="80000"/>
              </a:lnSpc>
              <a:buClr>
                <a:srgbClr val="0C2577"/>
              </a:buClr>
              <a:buFont typeface="Arial" panose="020B0604020202020204" pitchFamily="34" charset="0"/>
              <a:buChar char="□"/>
            </a:pPr>
            <a:endParaRPr lang="en-GB" sz="2600" dirty="0">
              <a:latin typeface="Aptos" panose="020B0004020202020204" pitchFamily="34" charset="0"/>
              <a:cs typeface="+mn-cs"/>
            </a:endParaRPr>
          </a:p>
          <a:p>
            <a:pPr>
              <a:lnSpc>
                <a:spcPct val="80000"/>
              </a:lnSpc>
              <a:buClr>
                <a:srgbClr val="0C2577"/>
              </a:buClr>
              <a:buFont typeface="Arial" panose="020B0604020202020204" pitchFamily="34" charset="0"/>
              <a:buChar char="□"/>
            </a:pPr>
            <a:endParaRPr lang="en-GB" sz="2600" dirty="0">
              <a:latin typeface="Aptos" panose="020B0004020202020204" pitchFamily="34" charset="0"/>
              <a:cs typeface="+mn-cs"/>
            </a:endParaRPr>
          </a:p>
          <a:p>
            <a:pPr marL="0" indent="0">
              <a:lnSpc>
                <a:spcPct val="80000"/>
              </a:lnSpc>
              <a:buClr>
                <a:srgbClr val="0C2577"/>
              </a:buClr>
              <a:buNone/>
            </a:pPr>
            <a:endParaRPr lang="en-US" altLang="nl-NL" sz="26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807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1FD75-0F32-3074-B47D-3EEFBB045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8">
            <a:extLst>
              <a:ext uri="{FF2B5EF4-FFF2-40B4-BE49-F238E27FC236}">
                <a16:creationId xmlns:a16="http://schemas.microsoft.com/office/drawing/2014/main" id="{FBE400C9-7CFB-1BA2-96EF-F4AD00DA4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3692" y="1389331"/>
            <a:ext cx="10738339" cy="4503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>
              <a:buNone/>
            </a:pPr>
            <a:r>
              <a:rPr lang="nl-NL" sz="2600" dirty="0">
                <a:latin typeface="Aptos" panose="020B0004020202020204" pitchFamily="34" charset="0"/>
                <a:cs typeface="+mn-cs"/>
              </a:rPr>
              <a:t>How do </a:t>
            </a:r>
            <a:r>
              <a:rPr lang="nl-NL" sz="2600" dirty="0" err="1">
                <a:latin typeface="Aptos" panose="020B0004020202020204" pitchFamily="34" charset="0"/>
                <a:cs typeface="+mn-cs"/>
              </a:rPr>
              <a:t>the</a:t>
            </a:r>
            <a:r>
              <a:rPr lang="nl-NL" sz="2600" dirty="0">
                <a:latin typeface="Aptos" panose="020B0004020202020204" pitchFamily="34" charset="0"/>
                <a:cs typeface="+mn-cs"/>
              </a:rPr>
              <a:t> </a:t>
            </a:r>
            <a:r>
              <a:rPr lang="nl-NL" sz="2600" dirty="0" err="1">
                <a:latin typeface="Aptos" panose="020B0004020202020204" pitchFamily="34" charset="0"/>
                <a:cs typeface="+mn-cs"/>
              </a:rPr>
              <a:t>numbers</a:t>
            </a:r>
            <a:r>
              <a:rPr lang="nl-NL" sz="2600" dirty="0">
                <a:latin typeface="Aptos" panose="020B0004020202020204" pitchFamily="34" charset="0"/>
                <a:cs typeface="+mn-cs"/>
              </a:rPr>
              <a:t> of </a:t>
            </a:r>
            <a:r>
              <a:rPr lang="nl-NL" sz="2600" dirty="0" err="1">
                <a:latin typeface="Aptos" panose="020B0004020202020204" pitchFamily="34" charset="0"/>
                <a:cs typeface="+mn-cs"/>
              </a:rPr>
              <a:t>people</a:t>
            </a:r>
            <a:r>
              <a:rPr lang="nl-NL" sz="2600" dirty="0">
                <a:latin typeface="Aptos" panose="020B0004020202020204" pitchFamily="34" charset="0"/>
                <a:cs typeface="+mn-cs"/>
              </a:rPr>
              <a:t> </a:t>
            </a:r>
            <a:r>
              <a:rPr lang="nl-NL" sz="2600" dirty="0" err="1">
                <a:latin typeface="Aptos" panose="020B0004020202020204" pitchFamily="34" charset="0"/>
                <a:cs typeface="+mn-cs"/>
              </a:rPr>
              <a:t>that</a:t>
            </a:r>
            <a:r>
              <a:rPr lang="nl-NL" sz="2600" dirty="0">
                <a:latin typeface="Aptos" panose="020B0004020202020204" pitchFamily="34" charset="0"/>
                <a:cs typeface="+mn-cs"/>
              </a:rPr>
              <a:t> are </a:t>
            </a:r>
            <a:r>
              <a:rPr lang="nl-NL" sz="2600" dirty="0" err="1">
                <a:latin typeface="Aptos" panose="020B0004020202020204" pitchFamily="34" charset="0"/>
                <a:cs typeface="+mn-cs"/>
              </a:rPr>
              <a:t>and</a:t>
            </a:r>
            <a:r>
              <a:rPr lang="nl-NL" sz="2600" dirty="0">
                <a:latin typeface="Aptos" panose="020B0004020202020204" pitchFamily="34" charset="0"/>
                <a:cs typeface="+mn-cs"/>
              </a:rPr>
              <a:t> </a:t>
            </a:r>
            <a:r>
              <a:rPr lang="nl-NL" sz="2600" dirty="0" err="1">
                <a:latin typeface="Aptos" panose="020B0004020202020204" pitchFamily="34" charset="0"/>
                <a:cs typeface="+mn-cs"/>
              </a:rPr>
              <a:t>that</a:t>
            </a:r>
            <a:r>
              <a:rPr lang="nl-NL" sz="2600" dirty="0">
                <a:latin typeface="Aptos" panose="020B0004020202020204" pitchFamily="34" charset="0"/>
                <a:cs typeface="+mn-cs"/>
              </a:rPr>
              <a:t> </a:t>
            </a:r>
            <a:r>
              <a:rPr lang="nl-NL" sz="2600" dirty="0" err="1">
                <a:latin typeface="Aptos" panose="020B0004020202020204" pitchFamily="34" charset="0"/>
                <a:cs typeface="+mn-cs"/>
              </a:rPr>
              <a:t>aren’t</a:t>
            </a:r>
            <a:r>
              <a:rPr lang="nl-NL" sz="2600" dirty="0">
                <a:latin typeface="Aptos" panose="020B0004020202020204" pitchFamily="34" charset="0"/>
                <a:cs typeface="+mn-cs"/>
              </a:rPr>
              <a:t> members of </a:t>
            </a:r>
            <a:r>
              <a:rPr lang="nl-NL" sz="2600" dirty="0" err="1">
                <a:latin typeface="Aptos" panose="020B0004020202020204" pitchFamily="34" charset="0"/>
                <a:cs typeface="+mn-cs"/>
              </a:rPr>
              <a:t>an</a:t>
            </a:r>
            <a:r>
              <a:rPr lang="nl-NL" sz="2600" dirty="0">
                <a:latin typeface="Aptos" panose="020B0004020202020204" pitchFamily="34" charset="0"/>
                <a:cs typeface="+mn-cs"/>
              </a:rPr>
              <a:t> </a:t>
            </a:r>
            <a:r>
              <a:rPr lang="nl-NL" sz="2600" dirty="0" err="1">
                <a:latin typeface="Aptos" panose="020B0004020202020204" pitchFamily="34" charset="0"/>
                <a:cs typeface="+mn-cs"/>
              </a:rPr>
              <a:t>irrigation</a:t>
            </a:r>
            <a:r>
              <a:rPr lang="nl-NL" sz="2600" dirty="0">
                <a:latin typeface="Aptos" panose="020B0004020202020204" pitchFamily="34" charset="0"/>
                <a:cs typeface="+mn-cs"/>
              </a:rPr>
              <a:t> </a:t>
            </a:r>
            <a:r>
              <a:rPr lang="nl-NL" sz="2600" dirty="0" err="1">
                <a:latin typeface="Aptos" panose="020B0004020202020204" pitchFamily="34" charset="0"/>
                <a:cs typeface="+mn-cs"/>
              </a:rPr>
              <a:t>association</a:t>
            </a:r>
            <a:r>
              <a:rPr lang="nl-NL" sz="2600" dirty="0">
                <a:latin typeface="Aptos" panose="020B0004020202020204" pitchFamily="34" charset="0"/>
                <a:cs typeface="+mn-cs"/>
              </a:rPr>
              <a:t> </a:t>
            </a:r>
            <a:r>
              <a:rPr lang="nl-NL" sz="2600" dirty="0" err="1">
                <a:latin typeface="Aptos" panose="020B0004020202020204" pitchFamily="34" charset="0"/>
                <a:cs typeface="+mn-cs"/>
              </a:rPr>
              <a:t>compare</a:t>
            </a:r>
            <a:r>
              <a:rPr lang="nl-NL" sz="2600" dirty="0">
                <a:latin typeface="Aptos" panose="020B0004020202020204" pitchFamily="34" charset="0"/>
                <a:cs typeface="+mn-cs"/>
              </a:rPr>
              <a:t>? (are </a:t>
            </a:r>
            <a:r>
              <a:rPr lang="nl-NL" sz="2600" dirty="0" err="1">
                <a:latin typeface="Aptos" panose="020B0004020202020204" pitchFamily="34" charset="0"/>
                <a:cs typeface="+mn-cs"/>
              </a:rPr>
              <a:t>there</a:t>
            </a:r>
            <a:r>
              <a:rPr lang="nl-NL" sz="2600" dirty="0">
                <a:latin typeface="Aptos" panose="020B0004020202020204" pitchFamily="34" charset="0"/>
                <a:cs typeface="+mn-cs"/>
              </a:rPr>
              <a:t> more member or non-members?)</a:t>
            </a:r>
            <a:endParaRPr lang="en-US" sz="2600" dirty="0">
              <a:latin typeface="Aptos" panose="020B0004020202020204" pitchFamily="34" charset="0"/>
              <a:cs typeface="+mn-cs"/>
            </a:endParaRPr>
          </a:p>
          <a:p>
            <a:pPr>
              <a:buFont typeface="Wingdings" pitchFamily="2" charset="2"/>
              <a:buChar char="q"/>
            </a:pPr>
            <a:endParaRPr lang="en-US" sz="2600" dirty="0">
              <a:latin typeface="Aptos" panose="020B0004020202020204" pitchFamily="34" charset="0"/>
              <a:cs typeface="+mn-cs"/>
            </a:endParaRPr>
          </a:p>
          <a:p>
            <a:pPr>
              <a:buFont typeface="Wingdings" pitchFamily="2" charset="2"/>
              <a:buChar char="q"/>
            </a:pPr>
            <a:r>
              <a:rPr lang="en-US" sz="2600" dirty="0">
                <a:latin typeface="Aptos" panose="020B0004020202020204" pitchFamily="34" charset="0"/>
                <a:cs typeface="+mn-cs"/>
              </a:rPr>
              <a:t>Make a bar chart, with two values on the X-axis: “No” and “Yes”. The dataset contains the words ‘yes’ and ‘no’ in lower case, but these words need to be </a:t>
            </a:r>
            <a:r>
              <a:rPr lang="en-US" sz="2600" dirty="0" err="1">
                <a:latin typeface="Aptos" panose="020B0004020202020204" pitchFamily="34" charset="0"/>
                <a:cs typeface="+mn-cs"/>
              </a:rPr>
              <a:t>capitalised</a:t>
            </a:r>
            <a:r>
              <a:rPr lang="en-US" sz="2600" dirty="0">
                <a:latin typeface="Aptos" panose="020B0004020202020204" pitchFamily="34" charset="0"/>
                <a:cs typeface="+mn-cs"/>
              </a:rPr>
              <a:t> in the plot. Missing values (NA values) can be ignored. </a:t>
            </a:r>
          </a:p>
          <a:p>
            <a:pPr>
              <a:buFont typeface="Wingdings" pitchFamily="2" charset="2"/>
              <a:buChar char="q"/>
            </a:pPr>
            <a:endParaRPr lang="en-US" sz="2600" dirty="0">
              <a:latin typeface="Aptos" panose="020B0004020202020204" pitchFamily="34" charset="0"/>
              <a:cs typeface="+mn-cs"/>
            </a:endParaRPr>
          </a:p>
          <a:p>
            <a:pPr>
              <a:buFont typeface="Wingdings" pitchFamily="2" charset="2"/>
              <a:buChar char="q"/>
            </a:pPr>
            <a:r>
              <a:rPr lang="en-US" sz="2600" dirty="0">
                <a:latin typeface="Aptos" panose="020B0004020202020204" pitchFamily="34" charset="0"/>
                <a:cs typeface="+mn-cs"/>
              </a:rPr>
              <a:t>Can you recreate the bar plot such that “Yes” comes first and “No” last?</a:t>
            </a:r>
            <a:endParaRPr lang="en-NL" sz="2600" dirty="0">
              <a:latin typeface="Aptos" panose="020B0004020202020204" pitchFamily="34" charset="0"/>
              <a:cs typeface="+mn-cs"/>
            </a:endParaRPr>
          </a:p>
          <a:p>
            <a:pPr eaLnBrk="1" hangingPunct="1">
              <a:lnSpc>
                <a:spcPct val="80000"/>
              </a:lnSpc>
              <a:buClr>
                <a:srgbClr val="0C2577"/>
              </a:buClr>
              <a:buFont typeface="Wingdings" pitchFamily="2" charset="2"/>
              <a:buChar char="q"/>
            </a:pPr>
            <a:endParaRPr lang="en-US" altLang="nl-NL" sz="2600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9D90C2-C6F8-BB6C-737F-A453617BD69D}"/>
              </a:ext>
            </a:extLst>
          </p:cNvPr>
          <p:cNvSpPr txBox="1"/>
          <p:nvPr/>
        </p:nvSpPr>
        <p:spPr>
          <a:xfrm>
            <a:off x="1524000" y="620689"/>
            <a:ext cx="9144000" cy="552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lnSpc>
                <a:spcPct val="80000"/>
              </a:lnSpc>
              <a:buClr>
                <a:srgbClr val="0C2577"/>
              </a:buClr>
              <a:buFontTx/>
              <a:buNone/>
            </a:pPr>
            <a:r>
              <a:rPr lang="en-GB" sz="3600" b="1" dirty="0">
                <a:latin typeface="Aptos" panose="020B0004020202020204" pitchFamily="34" charset="0"/>
                <a:ea typeface="+mj-ea"/>
                <a:cs typeface="+mj-cs"/>
              </a:rPr>
              <a:t>Exercise 3</a:t>
            </a:r>
          </a:p>
        </p:txBody>
      </p:sp>
    </p:spTree>
    <p:extLst>
      <p:ext uri="{BB962C8B-B14F-4D97-AF65-F5344CB8AC3E}">
        <p14:creationId xmlns:p14="http://schemas.microsoft.com/office/powerpoint/2010/main" val="10362266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465f887-04a9-4c17-8b62-103eddccf68b}" enabled="1" method="Standard" siteId="{ca2a7f76-dbd7-4ec0-9108-6b3d524fb7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428</Words>
  <Application>Microsoft Macintosh PowerPoint</Application>
  <PresentationFormat>Widescreen</PresentationFormat>
  <Paragraphs>51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Calibri Light</vt:lpstr>
      <vt:lpstr>Merriweather</vt:lpstr>
      <vt:lpstr>Minion</vt:lpstr>
      <vt:lpstr>Vestula Pro</vt:lpstr>
      <vt:lpstr>Wingdings</vt:lpstr>
      <vt:lpstr>Kantoorthema</vt:lpstr>
      <vt:lpstr>R - Starting with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Creja ontwerpen</dc:creator>
  <cp:lastModifiedBy>Flohr, P. (Pascal)</cp:lastModifiedBy>
  <cp:revision>45</cp:revision>
  <dcterms:created xsi:type="dcterms:W3CDTF">2024-11-22T12:00:34Z</dcterms:created>
  <dcterms:modified xsi:type="dcterms:W3CDTF">2026-10-26T20:21:07Z</dcterms:modified>
</cp:coreProperties>
</file>